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73" r:id="rId2"/>
  </p:sldMasterIdLst>
  <p:notesMasterIdLst>
    <p:notesMasterId r:id="rId16"/>
  </p:notesMasterIdLst>
  <p:sldIdLst>
    <p:sldId id="485" r:id="rId3"/>
    <p:sldId id="2209" r:id="rId4"/>
    <p:sldId id="2210" r:id="rId5"/>
    <p:sldId id="2211" r:id="rId6"/>
    <p:sldId id="269" r:id="rId7"/>
    <p:sldId id="270" r:id="rId8"/>
    <p:sldId id="274" r:id="rId9"/>
    <p:sldId id="275" r:id="rId10"/>
    <p:sldId id="282" r:id="rId11"/>
    <p:sldId id="283" r:id="rId12"/>
    <p:sldId id="284" r:id="rId13"/>
    <p:sldId id="2213" r:id="rId14"/>
    <p:sldId id="221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834B012-8855-D14C-B286-C58443D880B0}">
          <p14:sldIdLst>
            <p14:sldId id="485"/>
            <p14:sldId id="2209"/>
            <p14:sldId id="2210"/>
            <p14:sldId id="2211"/>
            <p14:sldId id="269"/>
            <p14:sldId id="270"/>
            <p14:sldId id="274"/>
            <p14:sldId id="275"/>
            <p14:sldId id="282"/>
            <p14:sldId id="283"/>
            <p14:sldId id="284"/>
            <p14:sldId id="2213"/>
            <p14:sldId id="2212"/>
          </p14:sldIdLst>
        </p14:section>
      </p14:sectionLst>
    </p:ext>
    <p:ext uri="{EFAFB233-063F-42B5-8137-9DF3F51BA10A}">
      <p15:sldGuideLst xmlns:p15="http://schemas.microsoft.com/office/powerpoint/2012/main">
        <p15:guide id="1" orient="horz" pos="259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06" autoAdjust="0"/>
    <p:restoredTop sz="96271"/>
  </p:normalViewPr>
  <p:slideViewPr>
    <p:cSldViewPr snapToGrid="0" showGuides="1">
      <p:cViewPr varScale="1">
        <p:scale>
          <a:sx n="121" d="100"/>
          <a:sy n="121" d="100"/>
        </p:scale>
        <p:origin x="184" y="288"/>
      </p:cViewPr>
      <p:guideLst>
        <p:guide orient="horz" pos="2591"/>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149359" y="296462"/>
            <a:ext cx="10291461"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TextBox 2">
            <a:extLst>
              <a:ext uri="{FF2B5EF4-FFF2-40B4-BE49-F238E27FC236}">
                <a16:creationId xmlns:a16="http://schemas.microsoft.com/office/drawing/2014/main" id="{722ECE86-EA49-7158-AAB7-45254CA9086A}"/>
              </a:ext>
            </a:extLst>
          </p:cNvPr>
          <p:cNvSpPr txBox="1"/>
          <p:nvPr userDrawn="1"/>
        </p:nvSpPr>
        <p:spPr>
          <a:xfrm>
            <a:off x="468087" y="1317171"/>
            <a:ext cx="9972734" cy="492443"/>
          </a:xfrm>
          <a:prstGeom prst="rect">
            <a:avLst/>
          </a:prstGeom>
          <a:noFill/>
        </p:spPr>
        <p:txBody>
          <a:bodyPr wrap="square" rtlCol="0">
            <a:spAutoFit/>
          </a:bodyPr>
          <a:lstStyle/>
          <a:p>
            <a:pPr marL="171450" indent="-171450">
              <a:buFont typeface="Wingdings" pitchFamily="2" charset="2"/>
              <a:buChar char="ü"/>
            </a:pPr>
            <a:endParaRPr lang="en-US" sz="1400" dirty="0"/>
          </a:p>
          <a:p>
            <a:pPr marL="171450" indent="-171450">
              <a:buFont typeface="Wingdings" pitchFamily="2" charset="2"/>
              <a:buChar char="ü"/>
            </a:pPr>
            <a:endParaRPr lang="en-US" sz="1200" dirty="0"/>
          </a:p>
        </p:txBody>
      </p:sp>
      <p:pic>
        <p:nvPicPr>
          <p:cNvPr id="6" name="Picture 5">
            <a:extLst>
              <a:ext uri="{FF2B5EF4-FFF2-40B4-BE49-F238E27FC236}">
                <a16:creationId xmlns:a16="http://schemas.microsoft.com/office/drawing/2014/main" id="{BD431D2E-4113-7226-BF93-EF6EE6712AFD}"/>
              </a:ext>
            </a:extLst>
          </p:cNvPr>
          <p:cNvPicPr>
            <a:picLocks noChangeAspect="1"/>
          </p:cNvPicPr>
          <p:nvPr userDrawn="1"/>
        </p:nvPicPr>
        <p:blipFill>
          <a:blip r:embed="rId2"/>
          <a:stretch>
            <a:fillRect/>
          </a:stretch>
        </p:blipFill>
        <p:spPr>
          <a:xfrm>
            <a:off x="10614990" y="0"/>
            <a:ext cx="1577009" cy="6761018"/>
          </a:xfrm>
          <a:prstGeom prst="rect">
            <a:avLst/>
          </a:prstGeom>
        </p:spPr>
      </p:pic>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Rounded Rectangle 4">
            <a:extLst>
              <a:ext uri="{FF2B5EF4-FFF2-40B4-BE49-F238E27FC236}">
                <a16:creationId xmlns:a16="http://schemas.microsoft.com/office/drawing/2014/main" id="{13950174-3026-49A7-9425-B00B2A3E9EA6}"/>
              </a:ext>
            </a:extLst>
          </p:cNvPr>
          <p:cNvSpPr/>
          <p:nvPr userDrawn="1"/>
        </p:nvSpPr>
        <p:spPr>
          <a:xfrm>
            <a:off x="714000" y="1560384"/>
            <a:ext cx="10764000" cy="3276000"/>
          </a:xfrm>
          <a:prstGeom prst="roundRect">
            <a:avLst>
              <a:gd name="adj" fmla="val 899"/>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ko-KR" altLang="en-US" dirty="0">
              <a:solidFill>
                <a:schemeClr val="lt1"/>
              </a:solidFill>
            </a:endParaRPr>
          </a:p>
        </p:txBody>
      </p:sp>
      <p:sp>
        <p:nvSpPr>
          <p:cNvPr id="5" name="그림 개체 틀 6">
            <a:extLst>
              <a:ext uri="{FF2B5EF4-FFF2-40B4-BE49-F238E27FC236}">
                <a16:creationId xmlns:a16="http://schemas.microsoft.com/office/drawing/2014/main" id="{161C13C6-8983-4005-A3D9-1A368D3D4E94}"/>
              </a:ext>
            </a:extLst>
          </p:cNvPr>
          <p:cNvSpPr>
            <a:spLocks noGrp="1"/>
          </p:cNvSpPr>
          <p:nvPr>
            <p:ph type="pic" sz="quarter" idx="11" hasCustomPrompt="1"/>
          </p:nvPr>
        </p:nvSpPr>
        <p:spPr>
          <a:xfrm>
            <a:off x="893359" y="1741253"/>
            <a:ext cx="1908000" cy="2520000"/>
          </a:xfrm>
          <a:prstGeom prst="rect">
            <a:avLst/>
          </a:prstGeom>
          <a:solidFill>
            <a:schemeClr val="bg1">
              <a:lumMod val="95000"/>
            </a:schemeClr>
          </a:solidFill>
        </p:spPr>
        <p:txBody>
          <a:bodyPr wrap="square" tIns="576000"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lang="ko-KR" altLang="en-US" sz="1200" baseline="0">
                <a:latin typeface="+mn-lt"/>
              </a:defRPr>
            </a:lvl1pPr>
          </a:lstStyle>
          <a:p>
            <a:pPr marL="0" marR="0" lvl="0" indent="0" algn="ctr" defTabSz="914400"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Your Image</a:t>
            </a:r>
            <a:endParaRPr lang="ko-KR" altLang="en-US" dirty="0"/>
          </a:p>
          <a:p>
            <a:pPr marL="0" lvl="0" indent="0" algn="ctr">
              <a:buNone/>
            </a:pPr>
            <a:endParaRPr lang="ko-KR" altLang="en-US" dirty="0"/>
          </a:p>
        </p:txBody>
      </p:sp>
      <p:sp>
        <p:nvSpPr>
          <p:cNvPr id="6" name="그림 개체 틀 6">
            <a:extLst>
              <a:ext uri="{FF2B5EF4-FFF2-40B4-BE49-F238E27FC236}">
                <a16:creationId xmlns:a16="http://schemas.microsoft.com/office/drawing/2014/main" id="{E8CDE116-1F40-4043-9530-E9DD99C3C72C}"/>
              </a:ext>
            </a:extLst>
          </p:cNvPr>
          <p:cNvSpPr>
            <a:spLocks noGrp="1"/>
          </p:cNvSpPr>
          <p:nvPr>
            <p:ph type="pic" sz="quarter" idx="12" hasCustomPrompt="1"/>
          </p:nvPr>
        </p:nvSpPr>
        <p:spPr>
          <a:xfrm>
            <a:off x="3018201" y="1741253"/>
            <a:ext cx="1908000" cy="2520000"/>
          </a:xfrm>
          <a:prstGeom prst="rect">
            <a:avLst/>
          </a:prstGeom>
          <a:solidFill>
            <a:schemeClr val="bg1">
              <a:lumMod val="95000"/>
            </a:schemeClr>
          </a:solidFill>
        </p:spPr>
        <p:txBody>
          <a:bodyPr wrap="square" tIns="576000"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lang="ko-KR" altLang="en-US" sz="1200" baseline="0">
                <a:latin typeface="+mn-lt"/>
              </a:defRPr>
            </a:lvl1pPr>
          </a:lstStyle>
          <a:p>
            <a:pPr marL="0" marR="0" lvl="0" indent="0" algn="ctr" defTabSz="914400"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Your Image</a:t>
            </a:r>
            <a:endParaRPr lang="ko-KR" altLang="en-US" dirty="0"/>
          </a:p>
          <a:p>
            <a:pPr marL="0" lvl="0" indent="0" algn="ctr">
              <a:buNone/>
            </a:pPr>
            <a:endParaRPr lang="ko-KR" altLang="en-US" dirty="0"/>
          </a:p>
        </p:txBody>
      </p:sp>
      <p:sp>
        <p:nvSpPr>
          <p:cNvPr id="7" name="그림 개체 틀 6">
            <a:extLst>
              <a:ext uri="{FF2B5EF4-FFF2-40B4-BE49-F238E27FC236}">
                <a16:creationId xmlns:a16="http://schemas.microsoft.com/office/drawing/2014/main" id="{6EEE52ED-6ED8-4B16-9DC4-7322E037AE94}"/>
              </a:ext>
            </a:extLst>
          </p:cNvPr>
          <p:cNvSpPr>
            <a:spLocks noGrp="1"/>
          </p:cNvSpPr>
          <p:nvPr>
            <p:ph type="pic" sz="quarter" idx="13" hasCustomPrompt="1"/>
          </p:nvPr>
        </p:nvSpPr>
        <p:spPr>
          <a:xfrm>
            <a:off x="5143043" y="1741253"/>
            <a:ext cx="1908000" cy="2520000"/>
          </a:xfrm>
          <a:prstGeom prst="rect">
            <a:avLst/>
          </a:prstGeom>
          <a:solidFill>
            <a:schemeClr val="bg1">
              <a:lumMod val="95000"/>
            </a:schemeClr>
          </a:solidFill>
        </p:spPr>
        <p:txBody>
          <a:bodyPr wrap="square" tIns="576000"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lang="ko-KR" altLang="en-US" sz="1200" baseline="0">
                <a:latin typeface="+mn-lt"/>
              </a:defRPr>
            </a:lvl1pPr>
          </a:lstStyle>
          <a:p>
            <a:pPr marL="0" marR="0" lvl="0" indent="0" algn="ctr" defTabSz="914400"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Your Image</a:t>
            </a:r>
            <a:endParaRPr lang="ko-KR" altLang="en-US" dirty="0"/>
          </a:p>
          <a:p>
            <a:pPr marL="0" lvl="0" indent="0" algn="ctr">
              <a:buNone/>
            </a:pPr>
            <a:endParaRPr lang="ko-KR" altLang="en-US" dirty="0"/>
          </a:p>
        </p:txBody>
      </p:sp>
      <p:sp>
        <p:nvSpPr>
          <p:cNvPr id="8" name="그림 개체 틀 6">
            <a:extLst>
              <a:ext uri="{FF2B5EF4-FFF2-40B4-BE49-F238E27FC236}">
                <a16:creationId xmlns:a16="http://schemas.microsoft.com/office/drawing/2014/main" id="{8D1EE6CC-5B39-473C-97F8-518EC78B6835}"/>
              </a:ext>
            </a:extLst>
          </p:cNvPr>
          <p:cNvSpPr>
            <a:spLocks noGrp="1"/>
          </p:cNvSpPr>
          <p:nvPr>
            <p:ph type="pic" sz="quarter" idx="14" hasCustomPrompt="1"/>
          </p:nvPr>
        </p:nvSpPr>
        <p:spPr>
          <a:xfrm>
            <a:off x="7267884" y="1741253"/>
            <a:ext cx="1908000" cy="2520000"/>
          </a:xfrm>
          <a:prstGeom prst="rect">
            <a:avLst/>
          </a:prstGeom>
          <a:solidFill>
            <a:schemeClr val="bg1">
              <a:lumMod val="95000"/>
            </a:schemeClr>
          </a:solidFill>
        </p:spPr>
        <p:txBody>
          <a:bodyPr wrap="square" tIns="576000"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lang="ko-KR" altLang="en-US" sz="1200" baseline="0">
                <a:latin typeface="+mn-lt"/>
              </a:defRPr>
            </a:lvl1pPr>
          </a:lstStyle>
          <a:p>
            <a:pPr marL="0" marR="0" lvl="0" indent="0" algn="ctr" defTabSz="914400"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Your Image</a:t>
            </a:r>
            <a:endParaRPr lang="ko-KR" altLang="en-US" dirty="0"/>
          </a:p>
          <a:p>
            <a:pPr marL="0" lvl="0" indent="0" algn="ctr">
              <a:buNone/>
            </a:pPr>
            <a:endParaRPr lang="ko-KR" altLang="en-US" dirty="0"/>
          </a:p>
        </p:txBody>
      </p:sp>
      <p:sp>
        <p:nvSpPr>
          <p:cNvPr id="9" name="그림 개체 틀 6">
            <a:extLst>
              <a:ext uri="{FF2B5EF4-FFF2-40B4-BE49-F238E27FC236}">
                <a16:creationId xmlns:a16="http://schemas.microsoft.com/office/drawing/2014/main" id="{8E02732D-3B55-422D-9996-957FAF0AA635}"/>
              </a:ext>
            </a:extLst>
          </p:cNvPr>
          <p:cNvSpPr>
            <a:spLocks noGrp="1"/>
          </p:cNvSpPr>
          <p:nvPr>
            <p:ph type="pic" sz="quarter" idx="15" hasCustomPrompt="1"/>
          </p:nvPr>
        </p:nvSpPr>
        <p:spPr>
          <a:xfrm>
            <a:off x="9392725" y="1741253"/>
            <a:ext cx="1908000" cy="2520000"/>
          </a:xfrm>
          <a:prstGeom prst="rect">
            <a:avLst/>
          </a:prstGeom>
          <a:solidFill>
            <a:schemeClr val="bg1">
              <a:lumMod val="95000"/>
            </a:schemeClr>
          </a:solidFill>
        </p:spPr>
        <p:txBody>
          <a:bodyPr wrap="square" tIns="576000" anchor="ctr">
            <a:noAutofit/>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lang="ko-KR" altLang="en-US" sz="1200" baseline="0">
                <a:latin typeface="+mn-lt"/>
              </a:defRPr>
            </a:lvl1pPr>
          </a:lstStyle>
          <a:p>
            <a:pPr marL="0" marR="0" lvl="0" indent="0" algn="ctr" defTabSz="914400"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Your Image</a:t>
            </a:r>
            <a:endParaRPr lang="ko-KR" altLang="en-US" dirty="0"/>
          </a:p>
          <a:p>
            <a:pPr marL="0" lvl="0" indent="0" algn="ctr">
              <a:buNone/>
            </a:pP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A44D55-097E-422E-A0B3-604835A6742A}"/>
              </a:ext>
            </a:extLst>
          </p:cNvPr>
          <p:cNvSpPr/>
          <p:nvPr userDrawn="1"/>
        </p:nvSpPr>
        <p:spPr>
          <a:xfrm>
            <a:off x="0" y="2303253"/>
            <a:ext cx="12192000" cy="22514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cs typeface="Arial" pitchFamily="34" charset="0"/>
            </a:endParaRPr>
          </a:p>
        </p:txBody>
      </p:sp>
      <p:sp>
        <p:nvSpPr>
          <p:cNvPr id="3" name="Rectangle 5">
            <a:extLst>
              <a:ext uri="{FF2B5EF4-FFF2-40B4-BE49-F238E27FC236}">
                <a16:creationId xmlns:a16="http://schemas.microsoft.com/office/drawing/2014/main" id="{1C925C01-FEE1-492E-8512-B10BDB521E39}"/>
              </a:ext>
            </a:extLst>
          </p:cNvPr>
          <p:cNvSpPr/>
          <p:nvPr userDrawn="1"/>
        </p:nvSpPr>
        <p:spPr>
          <a:xfrm>
            <a:off x="0" y="4592128"/>
            <a:ext cx="12192000" cy="103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6">
            <a:extLst>
              <a:ext uri="{FF2B5EF4-FFF2-40B4-BE49-F238E27FC236}">
                <a16:creationId xmlns:a16="http://schemas.microsoft.com/office/drawing/2014/main" id="{B9FAACAB-F737-49F9-BFB3-F3E4D0C18877}"/>
              </a:ext>
            </a:extLst>
          </p:cNvPr>
          <p:cNvSpPr/>
          <p:nvPr userDrawn="1"/>
        </p:nvSpPr>
        <p:spPr>
          <a:xfrm>
            <a:off x="0" y="2162355"/>
            <a:ext cx="12192000" cy="103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1">
            <a:extLst>
              <a:ext uri="{FF2B5EF4-FFF2-40B4-BE49-F238E27FC236}">
                <a16:creationId xmlns:a16="http://schemas.microsoft.com/office/drawing/2014/main" id="{744B90A8-112D-45DE-B6E9-528ECD4703F0}"/>
              </a:ext>
            </a:extLst>
          </p:cNvPr>
          <p:cNvSpPr>
            <a:spLocks noGrp="1"/>
          </p:cNvSpPr>
          <p:nvPr>
            <p:ph type="pic" sz="quarter" idx="10" hasCustomPrompt="1"/>
          </p:nvPr>
        </p:nvSpPr>
        <p:spPr>
          <a:xfrm>
            <a:off x="6961516" y="573702"/>
            <a:ext cx="4468483" cy="5710596"/>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E7B8CC01-B908-43C1-923F-D50CBD291B60}"/>
              </a:ext>
            </a:extLst>
          </p:cNvPr>
          <p:cNvSpPr>
            <a:spLocks noGrp="1"/>
          </p:cNvSpPr>
          <p:nvPr>
            <p:ph type="pic" sz="quarter" idx="14" hasCustomPrompt="1"/>
          </p:nvPr>
        </p:nvSpPr>
        <p:spPr>
          <a:xfrm>
            <a:off x="0" y="0"/>
            <a:ext cx="6504010" cy="6858000"/>
          </a:xfrm>
          <a:custGeom>
            <a:avLst/>
            <a:gdLst>
              <a:gd name="connsiteX0" fmla="*/ 2612170 w 6504010"/>
              <a:gd name="connsiteY0" fmla="*/ 0 h 6858000"/>
              <a:gd name="connsiteX1" fmla="*/ 4486354 w 6504010"/>
              <a:gd name="connsiteY1" fmla="*/ 0 h 6858000"/>
              <a:gd name="connsiteX2" fmla="*/ 6504010 w 6504010"/>
              <a:gd name="connsiteY2" fmla="*/ 4666806 h 6858000"/>
              <a:gd name="connsiteX3" fmla="*/ 1435812 w 6504010"/>
              <a:gd name="connsiteY3" fmla="*/ 6858000 h 6858000"/>
              <a:gd name="connsiteX4" fmla="*/ 1101944 w 6504010"/>
              <a:gd name="connsiteY4" fmla="*/ 6858000 h 6858000"/>
              <a:gd name="connsiteX5" fmla="*/ 0 w 6504010"/>
              <a:gd name="connsiteY5" fmla="*/ 4309223 h 6858000"/>
              <a:gd name="connsiteX6" fmla="*/ 0 w 6504010"/>
              <a:gd name="connsiteY6" fmla="*/ 11293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4010" h="6858000">
                <a:moveTo>
                  <a:pt x="2612170" y="0"/>
                </a:moveTo>
                <a:lnTo>
                  <a:pt x="4486354" y="0"/>
                </a:lnTo>
                <a:lnTo>
                  <a:pt x="6504010" y="4666806"/>
                </a:lnTo>
                <a:lnTo>
                  <a:pt x="1435812" y="6858000"/>
                </a:lnTo>
                <a:lnTo>
                  <a:pt x="1101944" y="6858000"/>
                </a:lnTo>
                <a:lnTo>
                  <a:pt x="0" y="4309223"/>
                </a:lnTo>
                <a:lnTo>
                  <a:pt x="0" y="1129351"/>
                </a:lnTo>
                <a:close/>
              </a:path>
            </a:pathLst>
          </a:custGeom>
          <a:solidFill>
            <a:schemeClr val="bg1">
              <a:lumMod val="95000"/>
            </a:schemeClr>
          </a:solidFill>
        </p:spPr>
        <p:txBody>
          <a:bodyPr wrap="square" anchor="ctr">
            <a:noAutofit/>
          </a:bodyPr>
          <a:lstStyle>
            <a:lvl1pPr marL="0" indent="0" algn="ctr">
              <a:buNone/>
              <a:defRPr sz="1600">
                <a:solidFill>
                  <a:schemeClr val="tx1">
                    <a:lumMod val="75000"/>
                    <a:lumOff val="25000"/>
                  </a:schemeClr>
                </a:solidFill>
                <a:latin typeface="+mn-lt"/>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액자 12">
            <a:extLst>
              <a:ext uri="{FF2B5EF4-FFF2-40B4-BE49-F238E27FC236}">
                <a16:creationId xmlns:a16="http://schemas.microsoft.com/office/drawing/2014/main" id="{BB349F8A-D3D6-4420-A053-2F749AF60E06}"/>
              </a:ext>
            </a:extLst>
          </p:cNvPr>
          <p:cNvSpPr/>
          <p:nvPr userDrawn="1"/>
        </p:nvSpPr>
        <p:spPr>
          <a:xfrm>
            <a:off x="547181" y="1761846"/>
            <a:ext cx="11097638" cy="3334311"/>
          </a:xfrm>
          <a:prstGeom prst="frame">
            <a:avLst>
              <a:gd name="adj1" fmla="val 241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3" name="그림 개체 틀 2">
            <a:extLst>
              <a:ext uri="{FF2B5EF4-FFF2-40B4-BE49-F238E27FC236}">
                <a16:creationId xmlns:a16="http://schemas.microsoft.com/office/drawing/2014/main" id="{9691762B-49EB-48A3-A86B-198F2A9709B3}"/>
              </a:ext>
            </a:extLst>
          </p:cNvPr>
          <p:cNvSpPr>
            <a:spLocks noGrp="1"/>
          </p:cNvSpPr>
          <p:nvPr>
            <p:ph type="pic" sz="quarter" idx="10" hasCustomPrompt="1"/>
          </p:nvPr>
        </p:nvSpPr>
        <p:spPr>
          <a:xfrm>
            <a:off x="910352" y="569068"/>
            <a:ext cx="3661647" cy="5719864"/>
          </a:xfrm>
          <a:prstGeom prst="rect">
            <a:avLst/>
          </a:prstGeom>
          <a:solidFill>
            <a:schemeClr val="bg1">
              <a:lumMod val="95000"/>
            </a:schemeClr>
          </a:solidFill>
          <a:ln w="152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14370B4-3C13-45C0-A952-B00548121584}"/>
              </a:ext>
            </a:extLst>
          </p:cNvPr>
          <p:cNvSpPr/>
          <p:nvPr userDrawn="1"/>
        </p:nvSpPr>
        <p:spPr>
          <a:xfrm>
            <a:off x="1" y="0"/>
            <a:ext cx="388402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5">
            <a:extLst>
              <a:ext uri="{FF2B5EF4-FFF2-40B4-BE49-F238E27FC236}">
                <a16:creationId xmlns:a16="http://schemas.microsoft.com/office/drawing/2014/main" id="{9E4B51B4-EE18-4819-8088-68502663D7B7}"/>
              </a:ext>
            </a:extLst>
          </p:cNvPr>
          <p:cNvGrpSpPr/>
          <p:nvPr userDrawn="1"/>
        </p:nvGrpSpPr>
        <p:grpSpPr>
          <a:xfrm>
            <a:off x="4484680" y="2679371"/>
            <a:ext cx="2029599" cy="3505672"/>
            <a:chOff x="1438761" y="2033015"/>
            <a:chExt cx="1980000" cy="3420000"/>
          </a:xfrm>
        </p:grpSpPr>
        <p:sp>
          <p:nvSpPr>
            <p:cNvPr id="4" name="Rounded Rectangle 41">
              <a:extLst>
                <a:ext uri="{FF2B5EF4-FFF2-40B4-BE49-F238E27FC236}">
                  <a16:creationId xmlns:a16="http://schemas.microsoft.com/office/drawing/2014/main" id="{C9356105-17CA-4587-B47D-ABD55F0030F2}"/>
                </a:ext>
              </a:extLst>
            </p:cNvPr>
            <p:cNvSpPr/>
            <p:nvPr userDrawn="1"/>
          </p:nvSpPr>
          <p:spPr>
            <a:xfrm>
              <a:off x="1438761" y="2033015"/>
              <a:ext cx="1980000" cy="342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42">
              <a:extLst>
                <a:ext uri="{FF2B5EF4-FFF2-40B4-BE49-F238E27FC236}">
                  <a16:creationId xmlns:a16="http://schemas.microsoft.com/office/drawing/2014/main" id="{98DE00C6-A201-4607-947A-9B6A7FB91E56}"/>
                </a:ext>
              </a:extLst>
            </p:cNvPr>
            <p:cNvSpPr/>
            <p:nvPr userDrawn="1"/>
          </p:nvSpPr>
          <p:spPr>
            <a:xfrm>
              <a:off x="2310398" y="2205587"/>
              <a:ext cx="236725" cy="45719"/>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6" name="Group 6">
              <a:extLst>
                <a:ext uri="{FF2B5EF4-FFF2-40B4-BE49-F238E27FC236}">
                  <a16:creationId xmlns:a16="http://schemas.microsoft.com/office/drawing/2014/main" id="{02E1FF0A-C482-45AA-BBA3-9B4078609158}"/>
                </a:ext>
              </a:extLst>
            </p:cNvPr>
            <p:cNvGrpSpPr/>
            <p:nvPr userDrawn="1"/>
          </p:nvGrpSpPr>
          <p:grpSpPr>
            <a:xfrm>
              <a:off x="2332851" y="5138854"/>
              <a:ext cx="191820" cy="211002"/>
              <a:chOff x="2453209" y="5151638"/>
              <a:chExt cx="191820" cy="211002"/>
            </a:xfrm>
          </p:grpSpPr>
          <p:sp>
            <p:nvSpPr>
              <p:cNvPr id="7" name="Oval 44">
                <a:extLst>
                  <a:ext uri="{FF2B5EF4-FFF2-40B4-BE49-F238E27FC236}">
                    <a16:creationId xmlns:a16="http://schemas.microsoft.com/office/drawing/2014/main" id="{A02E90A4-46B5-4BA7-9477-F169F8CD3F13}"/>
                  </a:ext>
                </a:extLst>
              </p:cNvPr>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Rounded Rectangle 45">
                <a:extLst>
                  <a:ext uri="{FF2B5EF4-FFF2-40B4-BE49-F238E27FC236}">
                    <a16:creationId xmlns:a16="http://schemas.microsoft.com/office/drawing/2014/main" id="{ED43A757-B80F-4F70-B31F-9A2BEB28CAD4}"/>
                  </a:ext>
                </a:extLst>
              </p:cNvPr>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grpSp>
        <p:nvGrpSpPr>
          <p:cNvPr id="9" name="Group 5">
            <a:extLst>
              <a:ext uri="{FF2B5EF4-FFF2-40B4-BE49-F238E27FC236}">
                <a16:creationId xmlns:a16="http://schemas.microsoft.com/office/drawing/2014/main" id="{C8576216-C640-4674-AC56-2890C67BD9E5}"/>
              </a:ext>
            </a:extLst>
          </p:cNvPr>
          <p:cNvGrpSpPr/>
          <p:nvPr userDrawn="1"/>
        </p:nvGrpSpPr>
        <p:grpSpPr>
          <a:xfrm>
            <a:off x="6976147" y="2717584"/>
            <a:ext cx="2029599" cy="3505672"/>
            <a:chOff x="1438761" y="2033015"/>
            <a:chExt cx="1980000" cy="3420000"/>
          </a:xfrm>
        </p:grpSpPr>
        <p:sp>
          <p:nvSpPr>
            <p:cNvPr id="10" name="Rounded Rectangle 41">
              <a:extLst>
                <a:ext uri="{FF2B5EF4-FFF2-40B4-BE49-F238E27FC236}">
                  <a16:creationId xmlns:a16="http://schemas.microsoft.com/office/drawing/2014/main" id="{4F04F9F0-E35F-4AC4-8AEB-5B346C93BDE8}"/>
                </a:ext>
              </a:extLst>
            </p:cNvPr>
            <p:cNvSpPr/>
            <p:nvPr userDrawn="1"/>
          </p:nvSpPr>
          <p:spPr>
            <a:xfrm>
              <a:off x="1438761" y="2033015"/>
              <a:ext cx="1980000" cy="342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 name="Rectangle 42">
              <a:extLst>
                <a:ext uri="{FF2B5EF4-FFF2-40B4-BE49-F238E27FC236}">
                  <a16:creationId xmlns:a16="http://schemas.microsoft.com/office/drawing/2014/main" id="{A0F1F4A1-65E1-495C-B229-251EFD3FB253}"/>
                </a:ext>
              </a:extLst>
            </p:cNvPr>
            <p:cNvSpPr/>
            <p:nvPr userDrawn="1"/>
          </p:nvSpPr>
          <p:spPr>
            <a:xfrm>
              <a:off x="2310398" y="2205587"/>
              <a:ext cx="236725" cy="45719"/>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2" name="Group 6">
              <a:extLst>
                <a:ext uri="{FF2B5EF4-FFF2-40B4-BE49-F238E27FC236}">
                  <a16:creationId xmlns:a16="http://schemas.microsoft.com/office/drawing/2014/main" id="{02AB1FDC-BB35-4273-948F-D269A59ED959}"/>
                </a:ext>
              </a:extLst>
            </p:cNvPr>
            <p:cNvGrpSpPr/>
            <p:nvPr userDrawn="1"/>
          </p:nvGrpSpPr>
          <p:grpSpPr>
            <a:xfrm>
              <a:off x="2332851" y="5138854"/>
              <a:ext cx="191820" cy="211002"/>
              <a:chOff x="2453209" y="5151638"/>
              <a:chExt cx="191820" cy="211002"/>
            </a:xfrm>
          </p:grpSpPr>
          <p:sp>
            <p:nvSpPr>
              <p:cNvPr id="13" name="Oval 44">
                <a:extLst>
                  <a:ext uri="{FF2B5EF4-FFF2-40B4-BE49-F238E27FC236}">
                    <a16:creationId xmlns:a16="http://schemas.microsoft.com/office/drawing/2014/main" id="{00BBB89C-B084-4AC1-BED6-BC1DC17D5220}"/>
                  </a:ext>
                </a:extLst>
              </p:cNvPr>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4" name="Rounded Rectangle 45">
                <a:extLst>
                  <a:ext uri="{FF2B5EF4-FFF2-40B4-BE49-F238E27FC236}">
                    <a16:creationId xmlns:a16="http://schemas.microsoft.com/office/drawing/2014/main" id="{5982A1AE-2C2E-448E-9F4B-BC9CCDEA1A4E}"/>
                  </a:ext>
                </a:extLst>
              </p:cNvPr>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grpSp>
        <p:nvGrpSpPr>
          <p:cNvPr id="15" name="Group 5">
            <a:extLst>
              <a:ext uri="{FF2B5EF4-FFF2-40B4-BE49-F238E27FC236}">
                <a16:creationId xmlns:a16="http://schemas.microsoft.com/office/drawing/2014/main" id="{3A368425-7072-4F51-8EE5-01E1BFEB50EB}"/>
              </a:ext>
            </a:extLst>
          </p:cNvPr>
          <p:cNvGrpSpPr/>
          <p:nvPr userDrawn="1"/>
        </p:nvGrpSpPr>
        <p:grpSpPr>
          <a:xfrm>
            <a:off x="9467615" y="2727858"/>
            <a:ext cx="2029599" cy="3505672"/>
            <a:chOff x="1438761" y="2033015"/>
            <a:chExt cx="1980000" cy="3420000"/>
          </a:xfrm>
        </p:grpSpPr>
        <p:sp>
          <p:nvSpPr>
            <p:cNvPr id="16" name="Rounded Rectangle 41">
              <a:extLst>
                <a:ext uri="{FF2B5EF4-FFF2-40B4-BE49-F238E27FC236}">
                  <a16:creationId xmlns:a16="http://schemas.microsoft.com/office/drawing/2014/main" id="{54A602E3-D4AC-44ED-A99F-190A1CDB8BD5}"/>
                </a:ext>
              </a:extLst>
            </p:cNvPr>
            <p:cNvSpPr/>
            <p:nvPr userDrawn="1"/>
          </p:nvSpPr>
          <p:spPr>
            <a:xfrm>
              <a:off x="1438761" y="2033015"/>
              <a:ext cx="1980000" cy="342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7" name="Rectangle 42">
              <a:extLst>
                <a:ext uri="{FF2B5EF4-FFF2-40B4-BE49-F238E27FC236}">
                  <a16:creationId xmlns:a16="http://schemas.microsoft.com/office/drawing/2014/main" id="{F63D52AB-F36A-46A1-848A-8D7692D3CC68}"/>
                </a:ext>
              </a:extLst>
            </p:cNvPr>
            <p:cNvSpPr/>
            <p:nvPr userDrawn="1"/>
          </p:nvSpPr>
          <p:spPr>
            <a:xfrm>
              <a:off x="2310398" y="2205587"/>
              <a:ext cx="236725" cy="45719"/>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18" name="Group 6">
              <a:extLst>
                <a:ext uri="{FF2B5EF4-FFF2-40B4-BE49-F238E27FC236}">
                  <a16:creationId xmlns:a16="http://schemas.microsoft.com/office/drawing/2014/main" id="{04D310C5-4BF6-4703-AB41-9C3406E92015}"/>
                </a:ext>
              </a:extLst>
            </p:cNvPr>
            <p:cNvGrpSpPr/>
            <p:nvPr userDrawn="1"/>
          </p:nvGrpSpPr>
          <p:grpSpPr>
            <a:xfrm>
              <a:off x="2332851" y="5138854"/>
              <a:ext cx="191820" cy="211002"/>
              <a:chOff x="2453209" y="5151638"/>
              <a:chExt cx="191820" cy="211002"/>
            </a:xfrm>
          </p:grpSpPr>
          <p:sp>
            <p:nvSpPr>
              <p:cNvPr id="19" name="Oval 44">
                <a:extLst>
                  <a:ext uri="{FF2B5EF4-FFF2-40B4-BE49-F238E27FC236}">
                    <a16:creationId xmlns:a16="http://schemas.microsoft.com/office/drawing/2014/main" id="{30DA0AB5-96D5-49C1-9953-DD88116AAD83}"/>
                  </a:ext>
                </a:extLst>
              </p:cNvPr>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 name="Rounded Rectangle 45">
                <a:extLst>
                  <a:ext uri="{FF2B5EF4-FFF2-40B4-BE49-F238E27FC236}">
                    <a16:creationId xmlns:a16="http://schemas.microsoft.com/office/drawing/2014/main" id="{763C3B04-1D32-454A-9E00-E56FD5E22D27}"/>
                  </a:ext>
                </a:extLst>
              </p:cNvPr>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21" name="Picture Placeholder 2">
            <a:extLst>
              <a:ext uri="{FF2B5EF4-FFF2-40B4-BE49-F238E27FC236}">
                <a16:creationId xmlns:a16="http://schemas.microsoft.com/office/drawing/2014/main" id="{88422095-435B-47AA-9CCA-322F366DB3C8}"/>
              </a:ext>
            </a:extLst>
          </p:cNvPr>
          <p:cNvSpPr>
            <a:spLocks noGrp="1"/>
          </p:cNvSpPr>
          <p:nvPr>
            <p:ph type="pic" idx="16" hasCustomPrompt="1"/>
          </p:nvPr>
        </p:nvSpPr>
        <p:spPr>
          <a:xfrm>
            <a:off x="4602823" y="3009935"/>
            <a:ext cx="1797978" cy="2794757"/>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2" name="Picture Placeholder 2">
            <a:extLst>
              <a:ext uri="{FF2B5EF4-FFF2-40B4-BE49-F238E27FC236}">
                <a16:creationId xmlns:a16="http://schemas.microsoft.com/office/drawing/2014/main" id="{4E14DFC6-4271-494B-82A9-1FCC7226F65C}"/>
              </a:ext>
            </a:extLst>
          </p:cNvPr>
          <p:cNvSpPr>
            <a:spLocks noGrp="1"/>
          </p:cNvSpPr>
          <p:nvPr>
            <p:ph type="pic" idx="17" hasCustomPrompt="1"/>
          </p:nvPr>
        </p:nvSpPr>
        <p:spPr>
          <a:xfrm>
            <a:off x="7094290" y="3009935"/>
            <a:ext cx="1797978" cy="2794757"/>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3" name="Picture Placeholder 2">
            <a:extLst>
              <a:ext uri="{FF2B5EF4-FFF2-40B4-BE49-F238E27FC236}">
                <a16:creationId xmlns:a16="http://schemas.microsoft.com/office/drawing/2014/main" id="{A3772017-7DA7-4FE0-A85B-FD49517CE8C0}"/>
              </a:ext>
            </a:extLst>
          </p:cNvPr>
          <p:cNvSpPr>
            <a:spLocks noGrp="1"/>
          </p:cNvSpPr>
          <p:nvPr>
            <p:ph type="pic" idx="18" hasCustomPrompt="1"/>
          </p:nvPr>
        </p:nvSpPr>
        <p:spPr>
          <a:xfrm>
            <a:off x="9585758" y="3009935"/>
            <a:ext cx="1797978" cy="2794757"/>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24" name="Oval 11">
            <a:extLst>
              <a:ext uri="{FF2B5EF4-FFF2-40B4-BE49-F238E27FC236}">
                <a16:creationId xmlns:a16="http://schemas.microsoft.com/office/drawing/2014/main" id="{99F1FA95-725F-4570-B40D-43A61D68A90A}"/>
              </a:ext>
            </a:extLst>
          </p:cNvPr>
          <p:cNvSpPr/>
          <p:nvPr userDrawn="1"/>
        </p:nvSpPr>
        <p:spPr>
          <a:xfrm>
            <a:off x="6000620" y="5764092"/>
            <a:ext cx="6959602" cy="504057"/>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3918837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27E9E532-B52F-4195-9769-854E30154B55}"/>
              </a:ext>
            </a:extLst>
          </p:cNvPr>
          <p:cNvSpPr>
            <a:spLocks noGrp="1"/>
          </p:cNvSpPr>
          <p:nvPr>
            <p:ph type="pic" idx="1" hasCustomPrompt="1"/>
          </p:nvPr>
        </p:nvSpPr>
        <p:spPr>
          <a:xfrm>
            <a:off x="4092000" y="0"/>
            <a:ext cx="8100000" cy="3960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3" name="Picture Placeholder 2">
            <a:extLst>
              <a:ext uri="{FF2B5EF4-FFF2-40B4-BE49-F238E27FC236}">
                <a16:creationId xmlns:a16="http://schemas.microsoft.com/office/drawing/2014/main" id="{DA4B0386-33B4-4AE2-946E-6347B22040BB}"/>
              </a:ext>
            </a:extLst>
          </p:cNvPr>
          <p:cNvSpPr>
            <a:spLocks noGrp="1"/>
          </p:cNvSpPr>
          <p:nvPr>
            <p:ph type="pic" idx="10" hasCustomPrompt="1"/>
          </p:nvPr>
        </p:nvSpPr>
        <p:spPr>
          <a:xfrm>
            <a:off x="0" y="3960000"/>
            <a:ext cx="4092000" cy="289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Rectangle 3">
            <a:extLst>
              <a:ext uri="{FF2B5EF4-FFF2-40B4-BE49-F238E27FC236}">
                <a16:creationId xmlns:a16="http://schemas.microsoft.com/office/drawing/2014/main" id="{F42F70AE-AA28-47B8-ADF1-78729B8D0C2E}"/>
              </a:ext>
            </a:extLst>
          </p:cNvPr>
          <p:cNvSpPr/>
          <p:nvPr userDrawn="1"/>
        </p:nvSpPr>
        <p:spPr>
          <a:xfrm>
            <a:off x="4200000" y="4050000"/>
            <a:ext cx="7992000" cy="280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b="1" dirty="0">
              <a:latin typeface="+mn-lt"/>
            </a:endParaRPr>
          </a:p>
        </p:txBody>
      </p:sp>
    </p:spTree>
    <p:extLst>
      <p:ext uri="{BB962C8B-B14F-4D97-AF65-F5344CB8AC3E}">
        <p14:creationId xmlns:p14="http://schemas.microsoft.com/office/powerpoint/2010/main" val="3750974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Oval 11">
            <a:extLst>
              <a:ext uri="{FF2B5EF4-FFF2-40B4-BE49-F238E27FC236}">
                <a16:creationId xmlns:a16="http://schemas.microsoft.com/office/drawing/2014/main" id="{D984738B-46DB-4E68-8584-37E420407CAF}"/>
              </a:ext>
            </a:extLst>
          </p:cNvPr>
          <p:cNvSpPr/>
          <p:nvPr userDrawn="1"/>
        </p:nvSpPr>
        <p:spPr>
          <a:xfrm>
            <a:off x="6000620" y="5764092"/>
            <a:ext cx="6959602" cy="504057"/>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 name="Oval 11">
            <a:extLst>
              <a:ext uri="{FF2B5EF4-FFF2-40B4-BE49-F238E27FC236}">
                <a16:creationId xmlns:a16="http://schemas.microsoft.com/office/drawing/2014/main" id="{1EF47FAD-E9FE-4655-9C18-2281F00609C6}"/>
              </a:ext>
            </a:extLst>
          </p:cNvPr>
          <p:cNvSpPr/>
          <p:nvPr userDrawn="1"/>
        </p:nvSpPr>
        <p:spPr>
          <a:xfrm>
            <a:off x="6000620" y="2958188"/>
            <a:ext cx="6959602" cy="504057"/>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4" name="Group 12">
            <a:extLst>
              <a:ext uri="{FF2B5EF4-FFF2-40B4-BE49-F238E27FC236}">
                <a16:creationId xmlns:a16="http://schemas.microsoft.com/office/drawing/2014/main" id="{69D03589-94E1-4EF8-85A4-3C81F0DA1CBB}"/>
              </a:ext>
            </a:extLst>
          </p:cNvPr>
          <p:cNvGrpSpPr/>
          <p:nvPr userDrawn="1"/>
        </p:nvGrpSpPr>
        <p:grpSpPr>
          <a:xfrm>
            <a:off x="7397562" y="792688"/>
            <a:ext cx="4157729" cy="2426868"/>
            <a:chOff x="-548507" y="477868"/>
            <a:chExt cx="11570449" cy="6357177"/>
          </a:xfrm>
        </p:grpSpPr>
        <p:sp>
          <p:nvSpPr>
            <p:cNvPr id="5" name="Freeform: Shape 21">
              <a:extLst>
                <a:ext uri="{FF2B5EF4-FFF2-40B4-BE49-F238E27FC236}">
                  <a16:creationId xmlns:a16="http://schemas.microsoft.com/office/drawing/2014/main" id="{B8912ED9-1F51-4F24-86AA-66A8A2FAC133}"/>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6" name="Freeform: Shape 22">
              <a:extLst>
                <a:ext uri="{FF2B5EF4-FFF2-40B4-BE49-F238E27FC236}">
                  <a16:creationId xmlns:a16="http://schemas.microsoft.com/office/drawing/2014/main" id="{39CCC3E3-83BF-4615-B176-D600377138AB}"/>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7" name="Freeform: Shape 23">
              <a:extLst>
                <a:ext uri="{FF2B5EF4-FFF2-40B4-BE49-F238E27FC236}">
                  <a16:creationId xmlns:a16="http://schemas.microsoft.com/office/drawing/2014/main" id="{1BB4B631-0793-4EC4-948F-DBB77F89F32E}"/>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8" name="Freeform: Shape 24">
              <a:extLst>
                <a:ext uri="{FF2B5EF4-FFF2-40B4-BE49-F238E27FC236}">
                  <a16:creationId xmlns:a16="http://schemas.microsoft.com/office/drawing/2014/main" id="{46901BAE-5177-4F15-8882-8A866D8919C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9" name="Freeform: Shape 25">
              <a:extLst>
                <a:ext uri="{FF2B5EF4-FFF2-40B4-BE49-F238E27FC236}">
                  <a16:creationId xmlns:a16="http://schemas.microsoft.com/office/drawing/2014/main" id="{EF305665-F54D-429D-A14B-170A9B1B6E24}"/>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10" name="Group 26">
              <a:extLst>
                <a:ext uri="{FF2B5EF4-FFF2-40B4-BE49-F238E27FC236}">
                  <a16:creationId xmlns:a16="http://schemas.microsoft.com/office/drawing/2014/main" id="{4D1C3DB9-35EC-4484-B208-3868E5CD398B}"/>
                </a:ext>
              </a:extLst>
            </p:cNvPr>
            <p:cNvGrpSpPr/>
            <p:nvPr/>
          </p:nvGrpSpPr>
          <p:grpSpPr>
            <a:xfrm>
              <a:off x="1606" y="6382978"/>
              <a:ext cx="413937" cy="115242"/>
              <a:chOff x="5955" y="6353672"/>
              <a:chExt cx="413937" cy="115242"/>
            </a:xfrm>
          </p:grpSpPr>
          <p:sp>
            <p:nvSpPr>
              <p:cNvPr id="15" name="Rectangle: Rounded Corners 31">
                <a:extLst>
                  <a:ext uri="{FF2B5EF4-FFF2-40B4-BE49-F238E27FC236}">
                    <a16:creationId xmlns:a16="http://schemas.microsoft.com/office/drawing/2014/main" id="{D15A82CB-BC0F-459D-B41B-8A1BFCA8060F}"/>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32">
                <a:extLst>
                  <a:ext uri="{FF2B5EF4-FFF2-40B4-BE49-F238E27FC236}">
                    <a16:creationId xmlns:a16="http://schemas.microsoft.com/office/drawing/2014/main" id="{BE22D75E-CD88-4E0B-9C14-762EBFC7231A}"/>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27">
              <a:extLst>
                <a:ext uri="{FF2B5EF4-FFF2-40B4-BE49-F238E27FC236}">
                  <a16:creationId xmlns:a16="http://schemas.microsoft.com/office/drawing/2014/main" id="{572FD46C-CB8F-4974-B0C2-810E3C9A8418}"/>
                </a:ext>
              </a:extLst>
            </p:cNvPr>
            <p:cNvGrpSpPr/>
            <p:nvPr/>
          </p:nvGrpSpPr>
          <p:grpSpPr>
            <a:xfrm>
              <a:off x="9855291" y="6381600"/>
              <a:ext cx="885989" cy="115242"/>
              <a:chOff x="5955" y="6353672"/>
              <a:chExt cx="413937" cy="115242"/>
            </a:xfrm>
          </p:grpSpPr>
          <p:sp>
            <p:nvSpPr>
              <p:cNvPr id="13" name="Rectangle: Rounded Corners 29">
                <a:extLst>
                  <a:ext uri="{FF2B5EF4-FFF2-40B4-BE49-F238E27FC236}">
                    <a16:creationId xmlns:a16="http://schemas.microsoft.com/office/drawing/2014/main" id="{7672D1E1-BFB8-4023-BB75-A4F701F1093E}"/>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30">
                <a:extLst>
                  <a:ext uri="{FF2B5EF4-FFF2-40B4-BE49-F238E27FC236}">
                    <a16:creationId xmlns:a16="http://schemas.microsoft.com/office/drawing/2014/main" id="{8DDB581F-7D4E-45C3-9A6C-92C141A2ACB1}"/>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Freeform: Shape 28">
              <a:extLst>
                <a:ext uri="{FF2B5EF4-FFF2-40B4-BE49-F238E27FC236}">
                  <a16:creationId xmlns:a16="http://schemas.microsoft.com/office/drawing/2014/main" id="{BEFC7E2A-B774-4752-AACD-0911CCE5FBCA}"/>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grpSp>
        <p:nvGrpSpPr>
          <p:cNvPr id="17" name="Group 12">
            <a:extLst>
              <a:ext uri="{FF2B5EF4-FFF2-40B4-BE49-F238E27FC236}">
                <a16:creationId xmlns:a16="http://schemas.microsoft.com/office/drawing/2014/main" id="{CBCAAE18-DC02-4BAB-A31F-FB0F77C5EB8F}"/>
              </a:ext>
            </a:extLst>
          </p:cNvPr>
          <p:cNvGrpSpPr/>
          <p:nvPr userDrawn="1"/>
        </p:nvGrpSpPr>
        <p:grpSpPr>
          <a:xfrm>
            <a:off x="7397562" y="3619369"/>
            <a:ext cx="4157729" cy="2426868"/>
            <a:chOff x="-548507" y="477868"/>
            <a:chExt cx="11570449" cy="6357177"/>
          </a:xfrm>
        </p:grpSpPr>
        <p:sp>
          <p:nvSpPr>
            <p:cNvPr id="18" name="Freeform: Shape 21">
              <a:extLst>
                <a:ext uri="{FF2B5EF4-FFF2-40B4-BE49-F238E27FC236}">
                  <a16:creationId xmlns:a16="http://schemas.microsoft.com/office/drawing/2014/main" id="{55BDDAA0-6882-4B7F-9F51-479405880209}"/>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9" name="Freeform: Shape 22">
              <a:extLst>
                <a:ext uri="{FF2B5EF4-FFF2-40B4-BE49-F238E27FC236}">
                  <a16:creationId xmlns:a16="http://schemas.microsoft.com/office/drawing/2014/main" id="{32CEF7DE-E805-4F48-8F87-F86553A0A1B0}"/>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20" name="Freeform: Shape 23">
              <a:extLst>
                <a:ext uri="{FF2B5EF4-FFF2-40B4-BE49-F238E27FC236}">
                  <a16:creationId xmlns:a16="http://schemas.microsoft.com/office/drawing/2014/main" id="{E3104BB3-45A0-42A7-9B66-73473F9789F5}"/>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21" name="Freeform: Shape 24">
              <a:extLst>
                <a:ext uri="{FF2B5EF4-FFF2-40B4-BE49-F238E27FC236}">
                  <a16:creationId xmlns:a16="http://schemas.microsoft.com/office/drawing/2014/main" id="{2916E959-0FE4-4F7A-AA5A-08CE113BD11E}"/>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22" name="Freeform: Shape 25">
              <a:extLst>
                <a:ext uri="{FF2B5EF4-FFF2-40B4-BE49-F238E27FC236}">
                  <a16:creationId xmlns:a16="http://schemas.microsoft.com/office/drawing/2014/main" id="{7FAB6DCA-2E73-4B66-AC8F-065EBB67F22D}"/>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3" name="Group 26">
              <a:extLst>
                <a:ext uri="{FF2B5EF4-FFF2-40B4-BE49-F238E27FC236}">
                  <a16:creationId xmlns:a16="http://schemas.microsoft.com/office/drawing/2014/main" id="{A05A6A03-4FCE-4EEB-97E6-EDF24C40B283}"/>
                </a:ext>
              </a:extLst>
            </p:cNvPr>
            <p:cNvGrpSpPr/>
            <p:nvPr/>
          </p:nvGrpSpPr>
          <p:grpSpPr>
            <a:xfrm>
              <a:off x="1606" y="6382978"/>
              <a:ext cx="413937" cy="115242"/>
              <a:chOff x="5955" y="6353672"/>
              <a:chExt cx="413937" cy="115242"/>
            </a:xfrm>
          </p:grpSpPr>
          <p:sp>
            <p:nvSpPr>
              <p:cNvPr id="28" name="Rectangle: Rounded Corners 31">
                <a:extLst>
                  <a:ext uri="{FF2B5EF4-FFF2-40B4-BE49-F238E27FC236}">
                    <a16:creationId xmlns:a16="http://schemas.microsoft.com/office/drawing/2014/main" id="{623E5D8D-D903-46AB-9A18-D321FBFAAB91}"/>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32">
                <a:extLst>
                  <a:ext uri="{FF2B5EF4-FFF2-40B4-BE49-F238E27FC236}">
                    <a16:creationId xmlns:a16="http://schemas.microsoft.com/office/drawing/2014/main" id="{6D8C28F1-E5D8-4AD4-9B4B-0C4E1153377C}"/>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7">
              <a:extLst>
                <a:ext uri="{FF2B5EF4-FFF2-40B4-BE49-F238E27FC236}">
                  <a16:creationId xmlns:a16="http://schemas.microsoft.com/office/drawing/2014/main" id="{FC2E83F7-7058-4885-8E50-6F034C626C2E}"/>
                </a:ext>
              </a:extLst>
            </p:cNvPr>
            <p:cNvGrpSpPr/>
            <p:nvPr/>
          </p:nvGrpSpPr>
          <p:grpSpPr>
            <a:xfrm>
              <a:off x="9855291" y="6381600"/>
              <a:ext cx="885989" cy="115242"/>
              <a:chOff x="5955" y="6353672"/>
              <a:chExt cx="413937" cy="115242"/>
            </a:xfrm>
          </p:grpSpPr>
          <p:sp>
            <p:nvSpPr>
              <p:cNvPr id="26" name="Rectangle: Rounded Corners 29">
                <a:extLst>
                  <a:ext uri="{FF2B5EF4-FFF2-40B4-BE49-F238E27FC236}">
                    <a16:creationId xmlns:a16="http://schemas.microsoft.com/office/drawing/2014/main" id="{5235E700-1028-4DBF-9621-D7B197B804BE}"/>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30">
                <a:extLst>
                  <a:ext uri="{FF2B5EF4-FFF2-40B4-BE49-F238E27FC236}">
                    <a16:creationId xmlns:a16="http://schemas.microsoft.com/office/drawing/2014/main" id="{886D99FE-DB04-42AB-A9A6-0F85D3ABD63D}"/>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Freeform: Shape 28">
              <a:extLst>
                <a:ext uri="{FF2B5EF4-FFF2-40B4-BE49-F238E27FC236}">
                  <a16:creationId xmlns:a16="http://schemas.microsoft.com/office/drawing/2014/main" id="{CA3EF5C2-CFEE-4DD1-B3E2-7B7811C98864}"/>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30" name="Picture Placeholder 2">
            <a:extLst>
              <a:ext uri="{FF2B5EF4-FFF2-40B4-BE49-F238E27FC236}">
                <a16:creationId xmlns:a16="http://schemas.microsoft.com/office/drawing/2014/main" id="{6AB6C515-FEFB-413A-8CDA-B20F305507DE}"/>
              </a:ext>
            </a:extLst>
          </p:cNvPr>
          <p:cNvSpPr>
            <a:spLocks noGrp="1"/>
          </p:cNvSpPr>
          <p:nvPr>
            <p:ph type="pic" idx="1" hasCustomPrompt="1"/>
          </p:nvPr>
        </p:nvSpPr>
        <p:spPr>
          <a:xfrm>
            <a:off x="7997791" y="898584"/>
            <a:ext cx="2976555" cy="20370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31" name="Picture Placeholder 2">
            <a:extLst>
              <a:ext uri="{FF2B5EF4-FFF2-40B4-BE49-F238E27FC236}">
                <a16:creationId xmlns:a16="http://schemas.microsoft.com/office/drawing/2014/main" id="{16DD4884-A7A8-42BD-944C-F3D414CF00CB}"/>
              </a:ext>
            </a:extLst>
          </p:cNvPr>
          <p:cNvSpPr>
            <a:spLocks noGrp="1"/>
          </p:cNvSpPr>
          <p:nvPr>
            <p:ph type="pic" idx="10" hasCustomPrompt="1"/>
          </p:nvPr>
        </p:nvSpPr>
        <p:spPr>
          <a:xfrm>
            <a:off x="7997791" y="3732552"/>
            <a:ext cx="2976555" cy="20370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956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947033" y="1536633"/>
            <a:ext cx="10298000" cy="46060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7" name="Google Shape;17;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35908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810" y="381000"/>
            <a:ext cx="9146383" cy="671736"/>
          </a:xfrm>
        </p:spPr>
        <p:txBody>
          <a:bodyPr anchor="t"/>
          <a:lstStyle/>
          <a:p>
            <a:r>
              <a:rPr lang="en-US" dirty="0"/>
              <a:t>Click to edit Master title style</a:t>
            </a:r>
            <a:endParaRPr dirty="0"/>
          </a:p>
        </p:txBody>
      </p:sp>
      <p:sp>
        <p:nvSpPr>
          <p:cNvPr id="3" name="Content Placeholder 2"/>
          <p:cNvSpPr>
            <a:spLocks noGrp="1"/>
          </p:cNvSpPr>
          <p:nvPr>
            <p:ph idx="1"/>
          </p:nvPr>
        </p:nvSpPr>
        <p:spPr>
          <a:xfrm>
            <a:off x="1522810" y="1268761"/>
            <a:ext cx="9136770" cy="4751040"/>
          </a:xfrm>
        </p:spPr>
        <p:txBody>
          <a:bodyPr/>
          <a:lstStyle>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11"/>
          </p:nvPr>
        </p:nvSpPr>
        <p:spPr>
          <a:xfrm>
            <a:off x="117780" y="6400800"/>
            <a:ext cx="7959937" cy="276228"/>
          </a:xfrm>
        </p:spPr>
        <p:txBody>
          <a:bodyPr/>
          <a:lstStyle/>
          <a:p>
            <a:r>
              <a:rPr lang="en-IN" dirty="0"/>
              <a:t>Presented By: Ashu Jauhari</a:t>
            </a: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07764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 id="2147483690" r:id="rId20"/>
    <p:sldLayoutId id="2147483695" r:id="rId21"/>
    <p:sldLayoutId id="2147483696" r:id="rId2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C6E7A2B4-EE53-BD0D-3181-0F108E9FA510}"/>
              </a:ext>
            </a:extLst>
          </p:cNvPr>
          <p:cNvSpPr>
            <a:spLocks noGrp="1"/>
          </p:cNvSpPr>
          <p:nvPr>
            <p:ph type="title"/>
          </p:nvPr>
        </p:nvSpPr>
        <p:spPr/>
        <p:txBody>
          <a:bodyPr/>
          <a:lstStyle/>
          <a:p>
            <a:r>
              <a:rPr lang="en-US" dirty="0"/>
              <a:t>Day 4 - Agenda</a:t>
            </a:r>
          </a:p>
        </p:txBody>
      </p:sp>
      <p:sp>
        <p:nvSpPr>
          <p:cNvPr id="2" name="Text Placeholder 1">
            <a:extLst>
              <a:ext uri="{FF2B5EF4-FFF2-40B4-BE49-F238E27FC236}">
                <a16:creationId xmlns:a16="http://schemas.microsoft.com/office/drawing/2014/main" id="{68AAD091-6AC2-6FE4-58D2-BDB72050082B}"/>
              </a:ext>
            </a:extLst>
          </p:cNvPr>
          <p:cNvSpPr>
            <a:spLocks noGrp="1"/>
          </p:cNvSpPr>
          <p:nvPr>
            <p:ph type="body" idx="1"/>
          </p:nvPr>
        </p:nvSpPr>
        <p:spPr>
          <a:xfrm>
            <a:off x="947033" y="1294902"/>
            <a:ext cx="10298000" cy="5321367"/>
          </a:xfrm>
        </p:spPr>
        <p:txBody>
          <a:bodyPr/>
          <a:lstStyle/>
          <a:p>
            <a:pPr marL="152396" indent="0">
              <a:buNone/>
            </a:pPr>
            <a:r>
              <a:rPr lang="en-CA" sz="1800" b="1" dirty="0"/>
              <a:t>Module 9:Spring Boot Fundamentals</a:t>
            </a:r>
          </a:p>
          <a:p>
            <a:r>
              <a:rPr lang="en-CA" sz="1800" dirty="0"/>
              <a:t>What is Spring Boot?</a:t>
            </a:r>
          </a:p>
          <a:p>
            <a:r>
              <a:rPr lang="en-CA" sz="1800" dirty="0"/>
              <a:t>Spring framework vs Spring Boot</a:t>
            </a:r>
          </a:p>
          <a:p>
            <a:r>
              <a:rPr lang="en-CA" sz="1800" dirty="0"/>
              <a:t>Starters, Auto-Configuration</a:t>
            </a:r>
          </a:p>
          <a:p>
            <a:r>
              <a:rPr lang="en-CA" sz="1800" dirty="0"/>
              <a:t>Project structure overview</a:t>
            </a:r>
          </a:p>
          <a:p>
            <a:r>
              <a:rPr lang="en-CA" sz="1800" dirty="0" err="1"/>
              <a:t>application.properties</a:t>
            </a:r>
            <a:r>
              <a:rPr lang="en-CA" sz="1800" dirty="0"/>
              <a:t> vs </a:t>
            </a:r>
            <a:r>
              <a:rPr lang="en-CA" sz="1800" dirty="0" err="1"/>
              <a:t>application.yml</a:t>
            </a:r>
            <a:endParaRPr lang="en-CA" sz="1800" dirty="0"/>
          </a:p>
          <a:p>
            <a:r>
              <a:rPr lang="en-CA" sz="1800" dirty="0"/>
              <a:t>Spring Boot lifecycle &amp; internals</a:t>
            </a:r>
          </a:p>
          <a:p>
            <a:pPr marL="152396" indent="0">
              <a:buNone/>
            </a:pPr>
            <a:r>
              <a:rPr lang="en-CA" sz="1800" b="1" dirty="0"/>
              <a:t>Module 10: Spring Boot Foundations + REST API</a:t>
            </a:r>
          </a:p>
          <a:p>
            <a:r>
              <a:rPr lang="en-CA" sz="1800" dirty="0"/>
              <a:t>REST API Development</a:t>
            </a:r>
          </a:p>
          <a:p>
            <a:r>
              <a:rPr lang="en-CA" sz="1800" dirty="0"/>
              <a:t>Controllers &amp; REST Mappings</a:t>
            </a:r>
          </a:p>
          <a:p>
            <a:r>
              <a:rPr lang="en-CA" sz="1800" dirty="0" err="1"/>
              <a:t>RequestBody</a:t>
            </a:r>
            <a:r>
              <a:rPr lang="en-CA" sz="1800" dirty="0"/>
              <a:t>, </a:t>
            </a:r>
            <a:r>
              <a:rPr lang="en-CA" sz="1800" dirty="0" err="1"/>
              <a:t>PathVariables</a:t>
            </a:r>
            <a:r>
              <a:rPr lang="en-CA" sz="1800" dirty="0"/>
              <a:t>, Query Params</a:t>
            </a:r>
          </a:p>
          <a:p>
            <a:r>
              <a:rPr lang="en-CA" sz="1800" dirty="0"/>
              <a:t> </a:t>
            </a:r>
            <a:r>
              <a:rPr lang="en-CA" sz="1800" dirty="0" err="1"/>
              <a:t>ResponseEntity</a:t>
            </a:r>
            <a:endParaRPr lang="en-CA" sz="1800" dirty="0"/>
          </a:p>
          <a:p>
            <a:r>
              <a:rPr lang="en-CA" sz="1800" dirty="0"/>
              <a:t>DTOs vs Entities</a:t>
            </a:r>
          </a:p>
          <a:p>
            <a:r>
              <a:rPr lang="en-CA" sz="1800" dirty="0"/>
              <a:t>Serialization/Deserialization with Jackson</a:t>
            </a:r>
          </a:p>
          <a:p>
            <a:r>
              <a:rPr lang="en-CA" sz="1800" dirty="0"/>
              <a:t>Build CRUD endpoints (dummy data) • Implement DTO layer • Build response wrapper</a:t>
            </a:r>
          </a:p>
          <a:p>
            <a:pPr marL="152396" indent="0">
              <a:buNone/>
            </a:pPr>
            <a:r>
              <a:rPr lang="en-CA" sz="1800" b="1" dirty="0"/>
              <a:t>Module 11 : Spring Boot Architecture Patterns</a:t>
            </a:r>
          </a:p>
          <a:p>
            <a:r>
              <a:rPr lang="en-CA" sz="1800" dirty="0"/>
              <a:t> Controller → Service → Repository</a:t>
            </a:r>
          </a:p>
          <a:p>
            <a:r>
              <a:rPr lang="en-CA" sz="1800" dirty="0"/>
              <a:t>Dependency Injection</a:t>
            </a:r>
          </a:p>
          <a:p>
            <a:r>
              <a:rPr lang="en-CA" sz="1800" dirty="0"/>
              <a:t>Component scanning</a:t>
            </a:r>
          </a:p>
          <a:p>
            <a:r>
              <a:rPr lang="en-CA" sz="1800" dirty="0"/>
              <a:t>Why layered architecture matters</a:t>
            </a:r>
          </a:p>
          <a:p>
            <a:r>
              <a:rPr lang="en-CA" sz="1800" dirty="0"/>
              <a:t>Refactor controllers to use service layer • Inject services via @Service &amp; @</a:t>
            </a:r>
            <a:r>
              <a:rPr lang="en-CA" sz="1800" dirty="0" err="1"/>
              <a:t>Autowired</a:t>
            </a:r>
            <a:endParaRPr lang="en-CA" sz="1800" dirty="0"/>
          </a:p>
          <a:p>
            <a:pPr marL="152396" indent="0">
              <a:buNone/>
            </a:pPr>
            <a:endParaRPr lang="en-US" sz="1800" dirty="0"/>
          </a:p>
        </p:txBody>
      </p:sp>
      <p:sp>
        <p:nvSpPr>
          <p:cNvPr id="5" name="Rectangle 2">
            <a:extLst>
              <a:ext uri="{FF2B5EF4-FFF2-40B4-BE49-F238E27FC236}">
                <a16:creationId xmlns:a16="http://schemas.microsoft.com/office/drawing/2014/main" id="{58139D4D-2001-3FB4-E981-BA5092012ADA}"/>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What is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6C05431-6C2A-D618-830C-3DA48FD9DEE6}"/>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framework vs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4BFE5351-7A60-B20B-AFFA-2C2A26774FA8}"/>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Starters, Auto-Configuration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BCBA475E-65BF-9D97-EA62-5AF8FC21A84A}"/>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Project structure overview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3F37EE74-EE6A-9A39-7957-69008F8A4379}"/>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application.properties vs application.yml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3D4C4B58-FE7E-9C29-4F09-7EB576427DD1}"/>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Boot lifecycle &amp; internals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BEEADED7-1593-3417-189E-BE3790D03E65}"/>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Hands-on Labs • Create new Spring Boot project • Explore auto-configuration • Run first REST endpoint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10">
            <a:extLst>
              <a:ext uri="{FF2B5EF4-FFF2-40B4-BE49-F238E27FC236}">
                <a16:creationId xmlns:a16="http://schemas.microsoft.com/office/drawing/2014/main" id="{490FCDF0-D78B-D701-020A-55473A81A952}"/>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What is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1">
            <a:extLst>
              <a:ext uri="{FF2B5EF4-FFF2-40B4-BE49-F238E27FC236}">
                <a16:creationId xmlns:a16="http://schemas.microsoft.com/office/drawing/2014/main" id="{DE86399E-647B-7EC2-66E5-DA3DBFC6CE69}"/>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framework vs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C6ADAF04-D1D6-6B9F-511F-9AFA8712CFC6}"/>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Starters, Auto-Configuration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13">
            <a:extLst>
              <a:ext uri="{FF2B5EF4-FFF2-40B4-BE49-F238E27FC236}">
                <a16:creationId xmlns:a16="http://schemas.microsoft.com/office/drawing/2014/main" id="{E91E80A1-AF2E-CD2B-29DD-966379CEBB9F}"/>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Project structure overview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14">
            <a:extLst>
              <a:ext uri="{FF2B5EF4-FFF2-40B4-BE49-F238E27FC236}">
                <a16:creationId xmlns:a16="http://schemas.microsoft.com/office/drawing/2014/main" id="{68BA8371-D32F-E82E-6A85-F5907576056D}"/>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application.properties vs application.yml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5">
            <a:extLst>
              <a:ext uri="{FF2B5EF4-FFF2-40B4-BE49-F238E27FC236}">
                <a16:creationId xmlns:a16="http://schemas.microsoft.com/office/drawing/2014/main" id="{A502CC00-D5D2-AC43-4E51-A0861417B6EC}"/>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Boot lifecycle &amp; internals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6">
            <a:extLst>
              <a:ext uri="{FF2B5EF4-FFF2-40B4-BE49-F238E27FC236}">
                <a16:creationId xmlns:a16="http://schemas.microsoft.com/office/drawing/2014/main" id="{8A022E72-6F4C-CE30-0B10-5117772F3997}"/>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Hands-on Labs • Create new Spring Boot project • Explore auto-configuration • Run first REST endpoint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8">
            <a:extLst>
              <a:ext uri="{FF2B5EF4-FFF2-40B4-BE49-F238E27FC236}">
                <a16:creationId xmlns:a16="http://schemas.microsoft.com/office/drawing/2014/main" id="{2974B011-C988-1067-A121-8B4E86FE5F89}"/>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What is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9">
            <a:extLst>
              <a:ext uri="{FF2B5EF4-FFF2-40B4-BE49-F238E27FC236}">
                <a16:creationId xmlns:a16="http://schemas.microsoft.com/office/drawing/2014/main" id="{8720AE63-C051-13C4-4B19-EF35080A90A4}"/>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framework vs Spring Boot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0">
            <a:extLst>
              <a:ext uri="{FF2B5EF4-FFF2-40B4-BE49-F238E27FC236}">
                <a16:creationId xmlns:a16="http://schemas.microsoft.com/office/drawing/2014/main" id="{80F7E848-14C7-BDA9-F525-88E17D5ACBE4}"/>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Starters, Auto-Configuration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1">
            <a:extLst>
              <a:ext uri="{FF2B5EF4-FFF2-40B4-BE49-F238E27FC236}">
                <a16:creationId xmlns:a16="http://schemas.microsoft.com/office/drawing/2014/main" id="{E748A484-2AA9-BC11-9495-1F602F950D40}"/>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Project structure overview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2">
            <a:extLst>
              <a:ext uri="{FF2B5EF4-FFF2-40B4-BE49-F238E27FC236}">
                <a16:creationId xmlns:a16="http://schemas.microsoft.com/office/drawing/2014/main" id="{CAC00379-F9D0-618A-C0D8-6A04B19B81C6}"/>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application.properties vs application.yml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3">
            <a:extLst>
              <a:ext uri="{FF2B5EF4-FFF2-40B4-BE49-F238E27FC236}">
                <a16:creationId xmlns:a16="http://schemas.microsoft.com/office/drawing/2014/main" id="{C126BA74-20E4-E808-9056-492239C8BAF3}"/>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 Spring Boot lifecycle &amp; internals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4">
            <a:extLst>
              <a:ext uri="{FF2B5EF4-FFF2-40B4-BE49-F238E27FC236}">
                <a16:creationId xmlns:a16="http://schemas.microsoft.com/office/drawing/2014/main" id="{2EF70E10-B75B-C536-9025-443746E2092C}"/>
              </a:ext>
            </a:extLst>
          </p:cNvPr>
          <p:cNvSpPr>
            <a:spLocks noChangeArrowheads="1"/>
          </p:cNvSpPr>
          <p:nvPr/>
        </p:nvSpPr>
        <p:spPr bwMode="auto">
          <a:xfrm>
            <a:off x="152400" y="85442425"/>
            <a:ext cx="152400" cy="136525"/>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33333"/>
                </a:solidFill>
                <a:effectLst/>
                <a:latin typeface="Open Sans" panose="020B0606030504020204" pitchFamily="34" charset="0"/>
              </a:rPr>
              <a:t>Hands-on Labs • Create new Spring Boot project • Explore auto-configuration • Run first REST endpoint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8911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D8A9-9C44-83AF-E84C-16462EE041C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EB150993-6D2E-61A5-0CAF-5167E71A3FB2}"/>
              </a:ext>
            </a:extLst>
          </p:cNvPr>
          <p:cNvGrpSpPr/>
          <p:nvPr/>
        </p:nvGrpSpPr>
        <p:grpSpPr>
          <a:xfrm>
            <a:off x="1" y="4323360"/>
            <a:ext cx="12191998" cy="1142740"/>
            <a:chOff x="1" y="2857630"/>
            <a:chExt cx="12191998" cy="1142740"/>
          </a:xfrm>
        </p:grpSpPr>
        <p:sp>
          <p:nvSpPr>
            <p:cNvPr id="3" name="TextBox 2">
              <a:extLst>
                <a:ext uri="{FF2B5EF4-FFF2-40B4-BE49-F238E27FC236}">
                  <a16:creationId xmlns:a16="http://schemas.microsoft.com/office/drawing/2014/main" id="{21660F3D-E818-7FD9-30FA-E43EA8181A25}"/>
                </a:ext>
              </a:extLst>
            </p:cNvPr>
            <p:cNvSpPr txBox="1"/>
            <p:nvPr/>
          </p:nvSpPr>
          <p:spPr>
            <a:xfrm>
              <a:off x="1" y="2857630"/>
              <a:ext cx="12191998" cy="830997"/>
            </a:xfrm>
            <a:prstGeom prst="rect">
              <a:avLst/>
            </a:prstGeom>
            <a:noFill/>
          </p:spPr>
          <p:txBody>
            <a:bodyPr wrap="square" rtlCol="0" anchor="ctr">
              <a:spAutoFit/>
            </a:bodyPr>
            <a:lstStyle/>
            <a:p>
              <a:pPr algn="ctr"/>
              <a:r>
                <a:rPr lang="en-CA" altLang="ko-KR" sz="4800" b="1" dirty="0">
                  <a:solidFill>
                    <a:schemeClr val="bg1"/>
                  </a:solidFill>
                  <a:latin typeface="+mj-lt"/>
                  <a:cs typeface="Arial" pitchFamily="34" charset="0"/>
                </a:rPr>
                <a:t>Spring Boot + Spring Rest</a:t>
              </a:r>
              <a:endParaRPr lang="ko-KR" altLang="en-US" sz="4800" b="1" dirty="0">
                <a:solidFill>
                  <a:schemeClr val="bg1"/>
                </a:solidFill>
                <a:latin typeface="+mj-lt"/>
                <a:cs typeface="Arial" pitchFamily="34" charset="0"/>
              </a:endParaRPr>
            </a:p>
          </p:txBody>
        </p:sp>
        <p:sp>
          <p:nvSpPr>
            <p:cNvPr id="4" name="TextBox 3">
              <a:extLst>
                <a:ext uri="{FF2B5EF4-FFF2-40B4-BE49-F238E27FC236}">
                  <a16:creationId xmlns:a16="http://schemas.microsoft.com/office/drawing/2014/main" id="{7BFEF8D0-18D3-2DA3-AE41-24D2E17FFBB0}"/>
                </a:ext>
              </a:extLst>
            </p:cNvPr>
            <p:cNvSpPr txBox="1"/>
            <p:nvPr/>
          </p:nvSpPr>
          <p:spPr>
            <a:xfrm>
              <a:off x="1" y="3620714"/>
              <a:ext cx="12191855" cy="379656"/>
            </a:xfrm>
            <a:prstGeom prst="rect">
              <a:avLst/>
            </a:prstGeom>
            <a:noFill/>
          </p:spPr>
          <p:txBody>
            <a:bodyPr wrap="square" rtlCol="0" anchor="ctr">
              <a:spAutoFit/>
            </a:bodyPr>
            <a:lstStyle/>
            <a:p>
              <a:pPr algn="ctr"/>
              <a:endParaRPr lang="ko-KR" altLang="en-US" sz="1867" dirty="0">
                <a:solidFill>
                  <a:schemeClr val="bg1"/>
                </a:solidFill>
                <a:cs typeface="Arial" pitchFamily="34" charset="0"/>
              </a:endParaRPr>
            </a:p>
          </p:txBody>
        </p:sp>
      </p:grpSp>
    </p:spTree>
    <p:extLst>
      <p:ext uri="{BB962C8B-B14F-4D97-AF65-F5344CB8AC3E}">
        <p14:creationId xmlns:p14="http://schemas.microsoft.com/office/powerpoint/2010/main" val="252454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B6C5-9014-0F60-CBBC-D5681157D039}"/>
              </a:ext>
            </a:extLst>
          </p:cNvPr>
          <p:cNvSpPr>
            <a:spLocks noGrp="1"/>
          </p:cNvSpPr>
          <p:nvPr>
            <p:ph type="title"/>
          </p:nvPr>
        </p:nvSpPr>
        <p:spPr/>
        <p:txBody>
          <a:bodyPr/>
          <a:lstStyle/>
          <a:p>
            <a:r>
              <a:rPr lang="en-US" dirty="0"/>
              <a:t>What is Web Programming?</a:t>
            </a:r>
          </a:p>
        </p:txBody>
      </p:sp>
      <p:sp>
        <p:nvSpPr>
          <p:cNvPr id="4" name="Slide Number Placeholder 3">
            <a:extLst>
              <a:ext uri="{FF2B5EF4-FFF2-40B4-BE49-F238E27FC236}">
                <a16:creationId xmlns:a16="http://schemas.microsoft.com/office/drawing/2014/main" id="{1A4657F2-AA26-2516-F2E8-1182CA737F39}"/>
              </a:ext>
            </a:extLst>
          </p:cNvPr>
          <p:cNvSpPr>
            <a:spLocks noGrp="1"/>
          </p:cNvSpPr>
          <p:nvPr>
            <p:ph type="sldNum" idx="12"/>
          </p:nvPr>
        </p:nvSpPr>
        <p:spPr/>
        <p:txBody>
          <a:bodyPr/>
          <a:lstStyle/>
          <a:p>
            <a:fld id="{00000000-1234-1234-1234-123412341234}" type="slidenum">
              <a:rPr lang="en" smtClean="0"/>
              <a:pPr/>
              <a:t>3</a:t>
            </a:fld>
            <a:endParaRPr lang="en"/>
          </a:p>
        </p:txBody>
      </p:sp>
      <p:pic>
        <p:nvPicPr>
          <p:cNvPr id="5" name="Picture 4">
            <a:extLst>
              <a:ext uri="{FF2B5EF4-FFF2-40B4-BE49-F238E27FC236}">
                <a16:creationId xmlns:a16="http://schemas.microsoft.com/office/drawing/2014/main" id="{05F38F6A-3FE7-7722-C629-F19739A83AE7}"/>
              </a:ext>
            </a:extLst>
          </p:cNvPr>
          <p:cNvPicPr>
            <a:picLocks noChangeAspect="1"/>
          </p:cNvPicPr>
          <p:nvPr/>
        </p:nvPicPr>
        <p:blipFill>
          <a:blip r:embed="rId2"/>
          <a:stretch>
            <a:fillRect/>
          </a:stretch>
        </p:blipFill>
        <p:spPr>
          <a:xfrm>
            <a:off x="6465121" y="2227863"/>
            <a:ext cx="5197290" cy="3223539"/>
          </a:xfrm>
          <a:prstGeom prst="rect">
            <a:avLst/>
          </a:prstGeom>
        </p:spPr>
      </p:pic>
    </p:spTree>
    <p:extLst>
      <p:ext uri="{BB962C8B-B14F-4D97-AF65-F5344CB8AC3E}">
        <p14:creationId xmlns:p14="http://schemas.microsoft.com/office/powerpoint/2010/main" val="2463823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874A2-93EE-88FB-3085-4E3EDE03708B}"/>
              </a:ext>
            </a:extLst>
          </p:cNvPr>
          <p:cNvSpPr>
            <a:spLocks noGrp="1"/>
          </p:cNvSpPr>
          <p:nvPr>
            <p:ph type="title"/>
          </p:nvPr>
        </p:nvSpPr>
        <p:spPr/>
        <p:txBody>
          <a:bodyPr/>
          <a:lstStyle/>
          <a:p>
            <a:r>
              <a:rPr lang="en-US" dirty="0"/>
              <a:t>Why Spring Boot</a:t>
            </a:r>
          </a:p>
        </p:txBody>
      </p:sp>
      <p:sp>
        <p:nvSpPr>
          <p:cNvPr id="4" name="Slide Number Placeholder 3">
            <a:extLst>
              <a:ext uri="{FF2B5EF4-FFF2-40B4-BE49-F238E27FC236}">
                <a16:creationId xmlns:a16="http://schemas.microsoft.com/office/drawing/2014/main" id="{20F0D5A4-1E48-1767-29B8-61361098D823}"/>
              </a:ext>
            </a:extLst>
          </p:cNvPr>
          <p:cNvSpPr>
            <a:spLocks noGrp="1"/>
          </p:cNvSpPr>
          <p:nvPr>
            <p:ph type="sldNum" idx="12"/>
          </p:nvPr>
        </p:nvSpPr>
        <p:spPr/>
        <p:txBody>
          <a:bodyPr/>
          <a:lstStyle/>
          <a:p>
            <a:fld id="{00000000-1234-1234-1234-123412341234}" type="slidenum">
              <a:rPr lang="en" smtClean="0"/>
              <a:pPr/>
              <a:t>4</a:t>
            </a:fld>
            <a:endParaRPr lang="en"/>
          </a:p>
        </p:txBody>
      </p:sp>
      <p:sp>
        <p:nvSpPr>
          <p:cNvPr id="5" name="Content Placeholder 2">
            <a:extLst>
              <a:ext uri="{FF2B5EF4-FFF2-40B4-BE49-F238E27FC236}">
                <a16:creationId xmlns:a16="http://schemas.microsoft.com/office/drawing/2014/main" id="{F422EA58-119A-96E6-9694-9AAA6EF9807C}"/>
              </a:ext>
            </a:extLst>
          </p:cNvPr>
          <p:cNvSpPr>
            <a:spLocks noGrp="1"/>
          </p:cNvSpPr>
          <p:nvPr>
            <p:ph type="body" idx="1"/>
          </p:nvPr>
        </p:nvSpPr>
        <p:spPr/>
        <p:txBody>
          <a:bodyPr>
            <a:noAutofit/>
          </a:bodyPr>
          <a:lstStyle/>
          <a:p>
            <a:pPr algn="l">
              <a:spcBef>
                <a:spcPts val="0"/>
              </a:spcBef>
              <a:buFont typeface="+mj-lt"/>
              <a:buAutoNum type="arabicPeriod"/>
            </a:pPr>
            <a:r>
              <a:rPr lang="en-CA" sz="1100" b="1" i="0" dirty="0">
                <a:solidFill>
                  <a:srgbClr val="374151"/>
                </a:solidFill>
                <a:effectLst/>
                <a:latin typeface="Söhne"/>
              </a:rPr>
              <a:t>Rapid Development:</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Spring Boot follows the principle of convention over configuration, minimizing boilerplate code and allowing developers to focus on business logic.</a:t>
            </a:r>
          </a:p>
          <a:p>
            <a:pPr marL="742950" lvl="1" indent="-285750" algn="l">
              <a:spcBef>
                <a:spcPts val="0"/>
              </a:spcBef>
              <a:buFont typeface="+mj-lt"/>
              <a:buAutoNum type="arabicPeriod"/>
            </a:pPr>
            <a:r>
              <a:rPr lang="en-CA" sz="1100" b="0" i="0" dirty="0">
                <a:solidFill>
                  <a:srgbClr val="374151"/>
                </a:solidFill>
                <a:effectLst/>
                <a:latin typeface="Söhne"/>
              </a:rPr>
              <a:t>Starters and auto-configuration features accelerate project setup and development.</a:t>
            </a:r>
          </a:p>
          <a:p>
            <a:pPr algn="l">
              <a:spcBef>
                <a:spcPts val="0"/>
              </a:spcBef>
              <a:buFont typeface="+mj-lt"/>
              <a:buAutoNum type="arabicPeriod"/>
            </a:pPr>
            <a:r>
              <a:rPr lang="en-CA" sz="1100" b="1" i="0" dirty="0">
                <a:solidFill>
                  <a:srgbClr val="374151"/>
                </a:solidFill>
                <a:effectLst/>
                <a:latin typeface="Söhne"/>
              </a:rPr>
              <a:t>Microservices Architecture:</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Well-suited for building microservices due to its modular and lightweight nature.</a:t>
            </a:r>
          </a:p>
          <a:p>
            <a:pPr marL="742950" lvl="1" indent="-285750" algn="l">
              <a:spcBef>
                <a:spcPts val="0"/>
              </a:spcBef>
              <a:buFont typeface="+mj-lt"/>
              <a:buAutoNum type="arabicPeriod"/>
            </a:pPr>
            <a:r>
              <a:rPr lang="en-CA" sz="1100" b="0" i="0" dirty="0">
                <a:solidFill>
                  <a:srgbClr val="374151"/>
                </a:solidFill>
                <a:effectLst/>
                <a:latin typeface="Söhne"/>
              </a:rPr>
              <a:t>Supports the development of independently deployable and scalable services.</a:t>
            </a:r>
          </a:p>
          <a:p>
            <a:pPr algn="l">
              <a:spcBef>
                <a:spcPts val="0"/>
              </a:spcBef>
              <a:buFont typeface="+mj-lt"/>
              <a:buAutoNum type="arabicPeriod"/>
            </a:pPr>
            <a:r>
              <a:rPr lang="en-CA" sz="1100" b="1" i="0" dirty="0">
                <a:solidFill>
                  <a:srgbClr val="374151"/>
                </a:solidFill>
                <a:effectLst/>
                <a:latin typeface="Söhne"/>
              </a:rPr>
              <a:t>Embedded Server Support:</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Comes with embedded server support (Tomcat, Jetty, Undertow), reducing the need for external server setup.</a:t>
            </a:r>
          </a:p>
          <a:p>
            <a:pPr marL="742950" lvl="1" indent="-285750" algn="l">
              <a:spcBef>
                <a:spcPts val="0"/>
              </a:spcBef>
              <a:buFont typeface="+mj-lt"/>
              <a:buAutoNum type="arabicPeriod"/>
            </a:pPr>
            <a:r>
              <a:rPr lang="en-CA" sz="1100" b="0" i="0" dirty="0">
                <a:solidFill>
                  <a:srgbClr val="374151"/>
                </a:solidFill>
                <a:effectLst/>
                <a:latin typeface="Söhne"/>
              </a:rPr>
              <a:t>Simplifies deployment and makes it easier to create self-contained, executable JARs.</a:t>
            </a:r>
          </a:p>
          <a:p>
            <a:pPr algn="l">
              <a:spcBef>
                <a:spcPts val="0"/>
              </a:spcBef>
              <a:buFont typeface="+mj-lt"/>
              <a:buAutoNum type="arabicPeriod"/>
            </a:pPr>
            <a:r>
              <a:rPr lang="en-CA" sz="1100" b="1" i="0" dirty="0">
                <a:solidFill>
                  <a:srgbClr val="374151"/>
                </a:solidFill>
                <a:effectLst/>
                <a:latin typeface="Söhne"/>
              </a:rPr>
              <a:t>Opinionated Defaults:</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Spring Boot provides sensible defaults for various configurations, reducing the need for manual setup.</a:t>
            </a:r>
          </a:p>
          <a:p>
            <a:pPr marL="742950" lvl="1" indent="-285750" algn="l">
              <a:spcBef>
                <a:spcPts val="0"/>
              </a:spcBef>
              <a:buFont typeface="+mj-lt"/>
              <a:buAutoNum type="arabicPeriod"/>
            </a:pPr>
            <a:r>
              <a:rPr lang="en-CA" sz="1100" b="0" i="0" dirty="0">
                <a:solidFill>
                  <a:srgbClr val="374151"/>
                </a:solidFill>
                <a:effectLst/>
                <a:latin typeface="Söhne"/>
              </a:rPr>
              <a:t>Developers can easily override defaults when needed, offering a balance between convention and customization.</a:t>
            </a:r>
          </a:p>
          <a:p>
            <a:pPr algn="l">
              <a:spcBef>
                <a:spcPts val="0"/>
              </a:spcBef>
              <a:buFont typeface="+mj-lt"/>
              <a:buAutoNum type="arabicPeriod"/>
            </a:pPr>
            <a:r>
              <a:rPr lang="en-CA" sz="1100" b="1" i="0" dirty="0">
                <a:solidFill>
                  <a:srgbClr val="374151"/>
                </a:solidFill>
                <a:effectLst/>
                <a:latin typeface="Söhne"/>
              </a:rPr>
              <a:t>Spring Ecosystem Integration:</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Seamless integration with the broader Spring ecosystem, including Spring Data, Spring Security, and Spring Cloud.</a:t>
            </a:r>
          </a:p>
          <a:p>
            <a:pPr marL="742950" lvl="1" indent="-285750" algn="l">
              <a:spcBef>
                <a:spcPts val="0"/>
              </a:spcBef>
              <a:buFont typeface="+mj-lt"/>
              <a:buAutoNum type="arabicPeriod"/>
            </a:pPr>
            <a:r>
              <a:rPr lang="en-CA" sz="1100" b="0" i="0" dirty="0">
                <a:solidFill>
                  <a:srgbClr val="374151"/>
                </a:solidFill>
                <a:effectLst/>
                <a:latin typeface="Söhne"/>
              </a:rPr>
              <a:t>Leverages the power of the Spring framework for building enterprise-level applications.</a:t>
            </a:r>
          </a:p>
          <a:p>
            <a:pPr algn="l">
              <a:spcBef>
                <a:spcPts val="0"/>
              </a:spcBef>
              <a:buFont typeface="+mj-lt"/>
              <a:buAutoNum type="arabicPeriod"/>
            </a:pPr>
            <a:r>
              <a:rPr lang="en-CA" sz="1100" b="1" i="0" dirty="0">
                <a:solidFill>
                  <a:srgbClr val="374151"/>
                </a:solidFill>
                <a:effectLst/>
                <a:latin typeface="Söhne"/>
              </a:rPr>
              <a:t>Built-in Features:</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Includes built-in features such as health checks, metrics, and monitoring through Spring Boot Actuator.</a:t>
            </a:r>
          </a:p>
          <a:p>
            <a:pPr marL="742950" lvl="1" indent="-285750" algn="l">
              <a:spcBef>
                <a:spcPts val="0"/>
              </a:spcBef>
              <a:buFont typeface="+mj-lt"/>
              <a:buAutoNum type="arabicPeriod"/>
            </a:pPr>
            <a:r>
              <a:rPr lang="en-CA" sz="1100" b="0" i="0" dirty="0">
                <a:solidFill>
                  <a:srgbClr val="374151"/>
                </a:solidFill>
                <a:effectLst/>
                <a:latin typeface="Söhne"/>
              </a:rPr>
              <a:t>Simplifies the implementation of common tasks like security, caching, and messaging.</a:t>
            </a:r>
          </a:p>
          <a:p>
            <a:pPr algn="l">
              <a:spcBef>
                <a:spcPts val="0"/>
              </a:spcBef>
              <a:buFont typeface="+mj-lt"/>
              <a:buAutoNum type="arabicPeriod"/>
            </a:pPr>
            <a:r>
              <a:rPr lang="en-CA" sz="1100" b="1" i="0" dirty="0">
                <a:solidFill>
                  <a:srgbClr val="374151"/>
                </a:solidFill>
                <a:effectLst/>
                <a:latin typeface="Söhne"/>
              </a:rPr>
              <a:t>Community and Documentation:</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Large and active community support provides access to a wealth of knowledge and resources.</a:t>
            </a:r>
          </a:p>
          <a:p>
            <a:pPr marL="742950" lvl="1" indent="-285750" algn="l">
              <a:spcBef>
                <a:spcPts val="0"/>
              </a:spcBef>
              <a:buFont typeface="+mj-lt"/>
              <a:buAutoNum type="arabicPeriod"/>
            </a:pPr>
            <a:r>
              <a:rPr lang="en-CA" sz="1100" b="0" i="0" dirty="0">
                <a:solidFill>
                  <a:srgbClr val="374151"/>
                </a:solidFill>
                <a:effectLst/>
                <a:latin typeface="Söhne"/>
              </a:rPr>
              <a:t>Comprehensive documentation and tutorials make it easy for developers to get started and troubleshoot issues.</a:t>
            </a:r>
          </a:p>
          <a:p>
            <a:pPr algn="l">
              <a:spcBef>
                <a:spcPts val="0"/>
              </a:spcBef>
              <a:buFont typeface="+mj-lt"/>
              <a:buAutoNum type="arabicPeriod"/>
            </a:pPr>
            <a:r>
              <a:rPr lang="en-CA" sz="1100" b="1" i="0" dirty="0">
                <a:solidFill>
                  <a:srgbClr val="374151"/>
                </a:solidFill>
                <a:effectLst/>
                <a:latin typeface="Söhne"/>
              </a:rPr>
              <a:t>Enterprise-Ready:</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Spring Boot is designed to address the requirements of enterprise-level applications.</a:t>
            </a:r>
          </a:p>
          <a:p>
            <a:pPr marL="742950" lvl="1" indent="-285750" algn="l">
              <a:spcBef>
                <a:spcPts val="0"/>
              </a:spcBef>
              <a:buFont typeface="+mj-lt"/>
              <a:buAutoNum type="arabicPeriod"/>
            </a:pPr>
            <a:r>
              <a:rPr lang="en-CA" sz="1100" b="0" i="0" dirty="0">
                <a:solidFill>
                  <a:srgbClr val="374151"/>
                </a:solidFill>
                <a:effectLst/>
                <a:latin typeface="Söhne"/>
              </a:rPr>
              <a:t>Offers features like transaction management, security, and scalability out of the box.</a:t>
            </a:r>
          </a:p>
          <a:p>
            <a:pPr algn="l">
              <a:spcBef>
                <a:spcPts val="0"/>
              </a:spcBef>
              <a:buFont typeface="+mj-lt"/>
              <a:buAutoNum type="arabicPeriod"/>
            </a:pPr>
            <a:r>
              <a:rPr lang="en-CA" sz="1100" b="1" i="0" dirty="0">
                <a:solidFill>
                  <a:srgbClr val="374151"/>
                </a:solidFill>
                <a:effectLst/>
                <a:latin typeface="Söhne"/>
              </a:rPr>
              <a:t>Cloud-Native Development:</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Well-suited for cloud-native development, with features like Spring Cloud for building distributed systems and handling microservices communication.</a:t>
            </a:r>
          </a:p>
          <a:p>
            <a:pPr algn="l">
              <a:spcBef>
                <a:spcPts val="0"/>
              </a:spcBef>
              <a:buFont typeface="+mj-lt"/>
              <a:buAutoNum type="arabicPeriod"/>
            </a:pPr>
            <a:r>
              <a:rPr lang="en-CA" sz="1100" b="1" i="0" dirty="0">
                <a:solidFill>
                  <a:srgbClr val="374151"/>
                </a:solidFill>
                <a:effectLst/>
                <a:latin typeface="Söhne"/>
              </a:rPr>
              <a:t>Java Ecosystem Compatibility:</a:t>
            </a:r>
            <a:endParaRPr lang="en-CA" sz="1100" b="0" i="0" dirty="0">
              <a:solidFill>
                <a:srgbClr val="374151"/>
              </a:solidFill>
              <a:effectLst/>
              <a:latin typeface="Söhne"/>
            </a:endParaRPr>
          </a:p>
          <a:p>
            <a:pPr marL="742950" lvl="1" indent="-285750" algn="l">
              <a:spcBef>
                <a:spcPts val="0"/>
              </a:spcBef>
              <a:buFont typeface="+mj-lt"/>
              <a:buAutoNum type="arabicPeriod"/>
            </a:pPr>
            <a:r>
              <a:rPr lang="en-CA" sz="1100" b="0" i="0" dirty="0">
                <a:solidFill>
                  <a:srgbClr val="374151"/>
                </a:solidFill>
                <a:effectLst/>
                <a:latin typeface="Söhne"/>
              </a:rPr>
              <a:t>Integrates seamlessly with the Java ecosystem, allowing developers to leverage a wide range of Java libraries and tools.</a:t>
            </a:r>
          </a:p>
          <a:p>
            <a:endParaRPr lang="en-US" sz="1100" dirty="0"/>
          </a:p>
        </p:txBody>
      </p:sp>
    </p:spTree>
    <p:extLst>
      <p:ext uri="{BB962C8B-B14F-4D97-AF65-F5344CB8AC3E}">
        <p14:creationId xmlns:p14="http://schemas.microsoft.com/office/powerpoint/2010/main" val="393801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ORM – Object Relational Mapping</a:t>
            </a:r>
          </a:p>
        </p:txBody>
      </p:sp>
      <p:sp>
        <p:nvSpPr>
          <p:cNvPr id="3" name="Content Placeholder 2"/>
          <p:cNvSpPr>
            <a:spLocks noGrp="1"/>
          </p:cNvSpPr>
          <p:nvPr>
            <p:ph idx="1"/>
          </p:nvPr>
        </p:nvSpPr>
        <p:spPr/>
        <p:txBody>
          <a:bodyPr/>
          <a:lstStyle/>
          <a:p>
            <a:r>
              <a:rPr lang="en-IN" b="1" dirty="0"/>
              <a:t>Object Relational Mapping</a:t>
            </a:r>
            <a:r>
              <a:rPr lang="en-IN" dirty="0"/>
              <a:t> is a system that implements the responsibility of mapping the Object to Relational Model. </a:t>
            </a:r>
          </a:p>
          <a:p>
            <a:r>
              <a:rPr lang="en-IN" dirty="0"/>
              <a:t>Easy to interact with database.</a:t>
            </a:r>
          </a:p>
          <a:p>
            <a:pPr fontAlgn="base"/>
            <a:r>
              <a:rPr lang="en-IN" dirty="0"/>
              <a:t>Used in the </a:t>
            </a:r>
            <a:r>
              <a:rPr lang="en-IN" b="1" dirty="0"/>
              <a:t>Data layer</a:t>
            </a:r>
            <a:r>
              <a:rPr lang="en-IN" dirty="0"/>
              <a:t> of the applications</a:t>
            </a:r>
          </a:p>
          <a:p>
            <a:pPr fontAlgn="base"/>
            <a:endParaRPr lang="en-IN" dirty="0"/>
          </a:p>
        </p:txBody>
      </p:sp>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5</a:t>
            </a:fld>
            <a:endParaRPr lang="en-IN"/>
          </a:p>
        </p:txBody>
      </p:sp>
      <p:pic>
        <p:nvPicPr>
          <p:cNvPr id="6" name="Picture 5"/>
          <p:cNvPicPr>
            <a:picLocks noChangeAspect="1"/>
          </p:cNvPicPr>
          <p:nvPr/>
        </p:nvPicPr>
        <p:blipFill>
          <a:blip r:embed="rId2"/>
          <a:stretch>
            <a:fillRect/>
          </a:stretch>
        </p:blipFill>
        <p:spPr>
          <a:xfrm>
            <a:off x="2423592" y="3314434"/>
            <a:ext cx="6744284" cy="3086367"/>
          </a:xfrm>
          <a:prstGeom prst="rect">
            <a:avLst/>
          </a:prstGeom>
        </p:spPr>
      </p:pic>
    </p:spTree>
    <p:extLst>
      <p:ext uri="{BB962C8B-B14F-4D97-AF65-F5344CB8AC3E}">
        <p14:creationId xmlns:p14="http://schemas.microsoft.com/office/powerpoint/2010/main" val="165102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ORM?</a:t>
            </a:r>
            <a:endParaRPr lang="en-IN" dirty="0"/>
          </a:p>
        </p:txBody>
      </p:sp>
      <p:sp>
        <p:nvSpPr>
          <p:cNvPr id="3" name="Content Placeholder 2"/>
          <p:cNvSpPr>
            <a:spLocks noGrp="1"/>
          </p:cNvSpPr>
          <p:nvPr>
            <p:ph idx="1"/>
          </p:nvPr>
        </p:nvSpPr>
        <p:spPr/>
        <p:txBody>
          <a:bodyPr/>
          <a:lstStyle/>
          <a:p>
            <a:r>
              <a:rPr lang="en-IN" dirty="0"/>
              <a:t>When work with object oriented programming to persist data in RDBMS, there is mismatches between object model and relational model if work with traditional techniques like JDBC. ORM fills gap in the following mismatches between Object model and relational model.</a:t>
            </a:r>
          </a:p>
        </p:txBody>
      </p:sp>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6</a:t>
            </a:fld>
            <a:endParaRPr lang="en-IN"/>
          </a:p>
        </p:txBody>
      </p:sp>
    </p:spTree>
    <p:extLst>
      <p:ext uri="{BB962C8B-B14F-4D97-AF65-F5344CB8AC3E}">
        <p14:creationId xmlns:p14="http://schemas.microsoft.com/office/powerpoint/2010/main" val="548583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JPA</a:t>
            </a:r>
            <a:endParaRPr lang="en-IN" dirty="0"/>
          </a:p>
        </p:txBody>
      </p:sp>
      <p:sp>
        <p:nvSpPr>
          <p:cNvPr id="3" name="Content Placeholder 2"/>
          <p:cNvSpPr>
            <a:spLocks noGrp="1"/>
          </p:cNvSpPr>
          <p:nvPr>
            <p:ph idx="1"/>
          </p:nvPr>
        </p:nvSpPr>
        <p:spPr/>
        <p:txBody>
          <a:bodyPr>
            <a:normAutofit fontScale="92500" lnSpcReduction="20000"/>
          </a:bodyPr>
          <a:lstStyle/>
          <a:p>
            <a:r>
              <a:rPr lang="en-IN" dirty="0"/>
              <a:t>JPA (Java persistence API) is not a tool or not a framework, JPA is a specification for accessing, persisting and managing data between Java Objects and Relational Database. </a:t>
            </a:r>
          </a:p>
          <a:p>
            <a:r>
              <a:rPr lang="en-IN" dirty="0"/>
              <a:t>The Java Persistence API provides a POJO persistence model for object-relational mapping. </a:t>
            </a:r>
          </a:p>
          <a:p>
            <a:r>
              <a:rPr lang="en-IN" dirty="0"/>
              <a:t>Technically JPA is just set of interfaces (Specification) and thus require an implementation.</a:t>
            </a:r>
          </a:p>
          <a:p>
            <a:r>
              <a:rPr lang="en-IN" dirty="0"/>
              <a:t>It needs ORM(Object Relational Mapping) implementation to work with and persist Java Objects.</a:t>
            </a:r>
          </a:p>
          <a:p>
            <a:r>
              <a:rPr lang="en-IN" dirty="0"/>
              <a:t>The API defined in </a:t>
            </a:r>
            <a:r>
              <a:rPr lang="en-IN" dirty="0" err="1">
                <a:solidFill>
                  <a:srgbClr val="FF0000"/>
                </a:solidFill>
              </a:rPr>
              <a:t>javax.persistence</a:t>
            </a:r>
            <a:r>
              <a:rPr lang="en-IN" dirty="0"/>
              <a:t> package.</a:t>
            </a:r>
          </a:p>
          <a:p>
            <a:r>
              <a:rPr lang="en-IN" dirty="0"/>
              <a:t> JPA defines a standard way for simplifying database programming for developers, reduce development time and increase productivity.</a:t>
            </a:r>
          </a:p>
        </p:txBody>
      </p:sp>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7</a:t>
            </a:fld>
            <a:endParaRPr lang="en-IN"/>
          </a:p>
        </p:txBody>
      </p:sp>
    </p:spTree>
    <p:extLst>
      <p:ext uri="{BB962C8B-B14F-4D97-AF65-F5344CB8AC3E}">
        <p14:creationId xmlns:p14="http://schemas.microsoft.com/office/powerpoint/2010/main" val="1619367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JPA Implementation</a:t>
            </a:r>
            <a:endParaRPr lang="en-IN" dirty="0"/>
          </a:p>
        </p:txBody>
      </p:sp>
      <p:pic>
        <p:nvPicPr>
          <p:cNvPr id="6" name="Content Placeholder 5"/>
          <p:cNvPicPr>
            <a:picLocks noGrp="1" noChangeAspect="1"/>
          </p:cNvPicPr>
          <p:nvPr>
            <p:ph idx="1"/>
          </p:nvPr>
        </p:nvPicPr>
        <p:blipFill>
          <a:blip r:embed="rId2"/>
          <a:stretch>
            <a:fillRect/>
          </a:stretch>
        </p:blipFill>
        <p:spPr>
          <a:xfrm>
            <a:off x="2604333" y="1268414"/>
            <a:ext cx="6973810" cy="4751387"/>
          </a:xfrm>
          <a:prstGeom prst="rect">
            <a:avLst/>
          </a:prstGeom>
        </p:spPr>
      </p:pic>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8</a:t>
            </a:fld>
            <a:endParaRPr lang="en-IN"/>
          </a:p>
        </p:txBody>
      </p:sp>
    </p:spTree>
    <p:extLst>
      <p:ext uri="{BB962C8B-B14F-4D97-AF65-F5344CB8AC3E}">
        <p14:creationId xmlns:p14="http://schemas.microsoft.com/office/powerpoint/2010/main" val="2380124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Spring Data JPA on </a:t>
            </a:r>
            <a:r>
              <a:rPr lang="en-IN" sz="1800" dirty="0"/>
              <a:t>top of </a:t>
            </a:r>
            <a:r>
              <a:rPr lang="en-IN" dirty="0"/>
              <a:t>JPA</a:t>
            </a:r>
          </a:p>
        </p:txBody>
      </p:sp>
      <p:sp>
        <p:nvSpPr>
          <p:cNvPr id="3" name="Content Placeholder 2"/>
          <p:cNvSpPr>
            <a:spLocks noGrp="1"/>
          </p:cNvSpPr>
          <p:nvPr>
            <p:ph idx="1"/>
          </p:nvPr>
        </p:nvSpPr>
        <p:spPr/>
        <p:txBody>
          <a:bodyPr/>
          <a:lstStyle/>
          <a:p>
            <a:r>
              <a:rPr lang="en-IN" b="1" dirty="0"/>
              <a:t>No-code Repositories</a:t>
            </a:r>
          </a:p>
          <a:p>
            <a:r>
              <a:rPr lang="en-IN" b="1" dirty="0"/>
              <a:t>Reduced boilerplate code</a:t>
            </a:r>
          </a:p>
          <a:p>
            <a:r>
              <a:rPr lang="en-IN" b="1" dirty="0"/>
              <a:t> Generated queries</a:t>
            </a:r>
          </a:p>
          <a:p>
            <a:endParaRPr lang="en-IN" dirty="0"/>
          </a:p>
        </p:txBody>
      </p:sp>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9</a:t>
            </a:fld>
            <a:endParaRPr lang="en-IN"/>
          </a:p>
        </p:txBody>
      </p:sp>
    </p:spTree>
    <p:extLst>
      <p:ext uri="{BB962C8B-B14F-4D97-AF65-F5344CB8AC3E}">
        <p14:creationId xmlns:p14="http://schemas.microsoft.com/office/powerpoint/2010/main" val="1265260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Repository in Spring Data JPA</a:t>
            </a:r>
          </a:p>
        </p:txBody>
      </p:sp>
      <p:sp>
        <p:nvSpPr>
          <p:cNvPr id="3" name="Content Placeholder 2"/>
          <p:cNvSpPr>
            <a:spLocks noGrp="1"/>
          </p:cNvSpPr>
          <p:nvPr>
            <p:ph idx="1"/>
          </p:nvPr>
        </p:nvSpPr>
        <p:spPr/>
        <p:txBody>
          <a:bodyPr/>
          <a:lstStyle/>
          <a:p>
            <a:r>
              <a:rPr lang="en-IN" dirty="0" err="1"/>
              <a:t>CrudRepository</a:t>
            </a:r>
            <a:endParaRPr lang="en-IN" dirty="0"/>
          </a:p>
          <a:p>
            <a:pPr lvl="1"/>
            <a:r>
              <a:rPr lang="en-IN" dirty="0"/>
              <a:t>- offers standard create, read, update and delete operations.</a:t>
            </a:r>
          </a:p>
          <a:p>
            <a:r>
              <a:rPr lang="en-IN" dirty="0" err="1"/>
              <a:t>PagingAndSortingRepository</a:t>
            </a:r>
            <a:endParaRPr lang="en-IN" dirty="0"/>
          </a:p>
          <a:p>
            <a:pPr lvl="1"/>
            <a:r>
              <a:rPr lang="en-IN" dirty="0"/>
              <a:t>- adds </a:t>
            </a:r>
            <a:r>
              <a:rPr lang="en-IN" i="1" dirty="0" err="1"/>
              <a:t>findAll</a:t>
            </a:r>
            <a:r>
              <a:rPr lang="en-IN" dirty="0"/>
              <a:t> methods that enable you to sort the result and to retrieve it in a paginated way.</a:t>
            </a:r>
          </a:p>
          <a:p>
            <a:r>
              <a:rPr lang="en-IN" dirty="0" err="1"/>
              <a:t>JPARepository</a:t>
            </a:r>
            <a:endParaRPr lang="en-IN" dirty="0"/>
          </a:p>
          <a:p>
            <a:pPr lvl="1"/>
            <a:r>
              <a:rPr lang="en-IN" dirty="0"/>
              <a:t>-  like </a:t>
            </a:r>
            <a:r>
              <a:rPr lang="en-IN" i="1" dirty="0"/>
              <a:t>flush()</a:t>
            </a:r>
            <a:r>
              <a:rPr lang="en-IN" dirty="0"/>
              <a:t> to trigger a flush on the persistence context or </a:t>
            </a:r>
            <a:r>
              <a:rPr lang="en-IN" i="1" dirty="0" err="1"/>
              <a:t>findAll</a:t>
            </a:r>
            <a:r>
              <a:rPr lang="en-IN" i="1" dirty="0"/>
              <a:t>(Example&lt;S&gt; example)</a:t>
            </a:r>
            <a:r>
              <a:rPr lang="en-IN" dirty="0"/>
              <a:t> to find entities by example, to the </a:t>
            </a:r>
            <a:r>
              <a:rPr lang="en-IN" i="1" dirty="0" err="1"/>
              <a:t>PagingAndSortingRepository</a:t>
            </a:r>
            <a:r>
              <a:rPr lang="en-IN" i="1" dirty="0"/>
              <a:t>. </a:t>
            </a:r>
            <a:endParaRPr lang="en-IN" dirty="0"/>
          </a:p>
        </p:txBody>
      </p:sp>
      <p:sp>
        <p:nvSpPr>
          <p:cNvPr id="4" name="Footer Placeholder 3"/>
          <p:cNvSpPr>
            <a:spLocks noGrp="1"/>
          </p:cNvSpPr>
          <p:nvPr>
            <p:ph type="ftr" sz="quarter" idx="11"/>
          </p:nvPr>
        </p:nvSpPr>
        <p:spPr/>
        <p:txBody>
          <a:bodyPr/>
          <a:lstStyle/>
          <a:p>
            <a:r>
              <a:rPr lang="en-IN"/>
              <a:t>Presented By: Ashu Jauhari</a:t>
            </a:r>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10</a:t>
            </a:fld>
            <a:endParaRPr lang="en-IN"/>
          </a:p>
        </p:txBody>
      </p:sp>
    </p:spTree>
    <p:extLst>
      <p:ext uri="{BB962C8B-B14F-4D97-AF65-F5344CB8AC3E}">
        <p14:creationId xmlns:p14="http://schemas.microsoft.com/office/powerpoint/2010/main" val="4247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Spring Data JPA Annotations</a:t>
            </a:r>
            <a:endParaRPr lang="en-IN" dirty="0"/>
          </a:p>
        </p:txBody>
      </p:sp>
      <p:sp>
        <p:nvSpPr>
          <p:cNvPr id="3" name="Content Placeholder 2"/>
          <p:cNvSpPr>
            <a:spLocks noGrp="1"/>
          </p:cNvSpPr>
          <p:nvPr>
            <p:ph idx="1"/>
          </p:nvPr>
        </p:nvSpPr>
        <p:spPr/>
        <p:txBody>
          <a:bodyPr>
            <a:normAutofit/>
          </a:bodyPr>
          <a:lstStyle/>
          <a:p>
            <a:r>
              <a:rPr lang="en-IN" b="1" dirty="0"/>
              <a:t>@Entity</a:t>
            </a:r>
            <a:r>
              <a:rPr lang="en-IN" dirty="0"/>
              <a:t> – This annotation marks the class annotations.</a:t>
            </a:r>
          </a:p>
          <a:p>
            <a:r>
              <a:rPr lang="en-IN" b="1" dirty="0"/>
              <a:t>@Table</a:t>
            </a:r>
            <a:r>
              <a:rPr lang="en-IN" dirty="0"/>
              <a:t> – This annotation creates table in database.</a:t>
            </a:r>
          </a:p>
          <a:p>
            <a:r>
              <a:rPr lang="en-IN" b="1" dirty="0"/>
              <a:t>@Id</a:t>
            </a:r>
            <a:r>
              <a:rPr lang="en-IN" dirty="0"/>
              <a:t> – It creates primary key in table.</a:t>
            </a:r>
          </a:p>
          <a:p>
            <a:r>
              <a:rPr lang="en-IN" b="1" dirty="0"/>
              <a:t>@</a:t>
            </a:r>
            <a:r>
              <a:rPr lang="en-IN" b="1" dirty="0" err="1"/>
              <a:t>GeneratedValue</a:t>
            </a:r>
            <a:r>
              <a:rPr lang="en-IN" dirty="0"/>
              <a:t> – It defines primary key generation strategy like AUTO,IDENTITY,SEQUENCE etc.</a:t>
            </a:r>
          </a:p>
          <a:p>
            <a:r>
              <a:rPr lang="en-IN" b="1" dirty="0"/>
              <a:t>@Column</a:t>
            </a:r>
            <a:r>
              <a:rPr lang="en-IN" dirty="0"/>
              <a:t> </a:t>
            </a:r>
            <a:r>
              <a:rPr lang="en-IN" b="1" dirty="0"/>
              <a:t>–</a:t>
            </a:r>
            <a:r>
              <a:rPr lang="en-IN" dirty="0"/>
              <a:t> It defines column property for table.</a:t>
            </a:r>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2A013F82-EE5E-44EE-A61D-E31C6657F26F}" type="slidenum">
              <a:rPr lang="en-IN" smtClean="0"/>
              <a:t>11</a:t>
            </a:fld>
            <a:endParaRPr lang="en-IN"/>
          </a:p>
        </p:txBody>
      </p:sp>
    </p:spTree>
    <p:extLst>
      <p:ext uri="{BB962C8B-B14F-4D97-AF65-F5344CB8AC3E}">
        <p14:creationId xmlns:p14="http://schemas.microsoft.com/office/powerpoint/2010/main" val="593945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CFC1-EB12-C8FE-F3F8-12DA2AE535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3BB7C3-EE25-940B-63F5-3A163CBA77E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948C273-7785-6125-2532-DB73808318F7}"/>
              </a:ext>
            </a:extLst>
          </p:cNvPr>
          <p:cNvSpPr>
            <a:spLocks noGrp="1"/>
          </p:cNvSpPr>
          <p:nvPr>
            <p:ph type="sldNum" sz="quarter" idx="12"/>
          </p:nvPr>
        </p:nvSpPr>
        <p:spPr/>
        <p:txBody>
          <a:bodyPr/>
          <a:lstStyle/>
          <a:p>
            <a:fld id="{2A013F82-EE5E-44EE-A61D-E31C6657F26F}" type="slidenum">
              <a:rPr lang="en-CA" smtClean="0"/>
              <a:t>12</a:t>
            </a:fld>
            <a:endParaRPr lang="en-CA"/>
          </a:p>
        </p:txBody>
      </p:sp>
      <p:pic>
        <p:nvPicPr>
          <p:cNvPr id="5" name="Picture 4">
            <a:extLst>
              <a:ext uri="{FF2B5EF4-FFF2-40B4-BE49-F238E27FC236}">
                <a16:creationId xmlns:a16="http://schemas.microsoft.com/office/drawing/2014/main" id="{41CF190E-5565-5F7D-26B5-FD52BC108FB2}"/>
              </a:ext>
            </a:extLst>
          </p:cNvPr>
          <p:cNvPicPr>
            <a:picLocks noChangeAspect="1"/>
          </p:cNvPicPr>
          <p:nvPr/>
        </p:nvPicPr>
        <p:blipFill>
          <a:blip r:embed="rId2"/>
          <a:stretch>
            <a:fillRect/>
          </a:stretch>
        </p:blipFill>
        <p:spPr>
          <a:xfrm>
            <a:off x="727840" y="205121"/>
            <a:ext cx="10552871" cy="5814680"/>
          </a:xfrm>
          <a:prstGeom prst="rect">
            <a:avLst/>
          </a:prstGeom>
        </p:spPr>
      </p:pic>
    </p:spTree>
    <p:extLst>
      <p:ext uri="{BB962C8B-B14F-4D97-AF65-F5344CB8AC3E}">
        <p14:creationId xmlns:p14="http://schemas.microsoft.com/office/powerpoint/2010/main" val="14520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6730B-7812-5165-A2EB-5046CA07A75E}"/>
              </a:ext>
            </a:extLst>
          </p:cNvPr>
          <p:cNvSpPr>
            <a:spLocks noGrp="1"/>
          </p:cNvSpPr>
          <p:nvPr>
            <p:ph type="title"/>
          </p:nvPr>
        </p:nvSpPr>
        <p:spPr/>
        <p:txBody>
          <a:bodyPr/>
          <a:lstStyle/>
          <a:p>
            <a:r>
              <a:rPr lang="en-CA" b="1" dirty="0"/>
              <a:t>Externalized configuration</a:t>
            </a:r>
            <a:endParaRPr lang="en-US" dirty="0"/>
          </a:p>
        </p:txBody>
      </p:sp>
      <p:sp>
        <p:nvSpPr>
          <p:cNvPr id="3" name="Content Placeholder 2">
            <a:extLst>
              <a:ext uri="{FF2B5EF4-FFF2-40B4-BE49-F238E27FC236}">
                <a16:creationId xmlns:a16="http://schemas.microsoft.com/office/drawing/2014/main" id="{BC7066F9-49C9-8398-E3A5-3FBDF527F767}"/>
              </a:ext>
            </a:extLst>
          </p:cNvPr>
          <p:cNvSpPr>
            <a:spLocks noGrp="1"/>
          </p:cNvSpPr>
          <p:nvPr>
            <p:ph idx="1"/>
          </p:nvPr>
        </p:nvSpPr>
        <p:spPr/>
        <p:txBody>
          <a:bodyPr/>
          <a:lstStyle/>
          <a:p>
            <a:r>
              <a:rPr lang="en-CA" dirty="0"/>
              <a:t>Externalized configuration in Spring Boot allows us to separate environment-specific configuration from application code using properties files, environment variables, profiles, and external sources. This enables the same application artifact to run in dev, test, and prod without code changes.</a:t>
            </a:r>
          </a:p>
          <a:p>
            <a:endParaRPr lang="en-US" dirty="0"/>
          </a:p>
        </p:txBody>
      </p:sp>
      <p:sp>
        <p:nvSpPr>
          <p:cNvPr id="4" name="Slide Number Placeholder 3">
            <a:extLst>
              <a:ext uri="{FF2B5EF4-FFF2-40B4-BE49-F238E27FC236}">
                <a16:creationId xmlns:a16="http://schemas.microsoft.com/office/drawing/2014/main" id="{83B94B1C-8F5D-1A07-8BCC-6159111D46E8}"/>
              </a:ext>
            </a:extLst>
          </p:cNvPr>
          <p:cNvSpPr>
            <a:spLocks noGrp="1"/>
          </p:cNvSpPr>
          <p:nvPr>
            <p:ph type="sldNum" sz="quarter" idx="12"/>
          </p:nvPr>
        </p:nvSpPr>
        <p:spPr/>
        <p:txBody>
          <a:bodyPr/>
          <a:lstStyle/>
          <a:p>
            <a:fld id="{2A013F82-EE5E-44EE-A61D-E31C6657F26F}" type="slidenum">
              <a:rPr lang="en-CA" smtClean="0"/>
              <a:t>13</a:t>
            </a:fld>
            <a:endParaRPr lang="en-CA"/>
          </a:p>
        </p:txBody>
      </p:sp>
    </p:spTree>
    <p:extLst>
      <p:ext uri="{BB962C8B-B14F-4D97-AF65-F5344CB8AC3E}">
        <p14:creationId xmlns:p14="http://schemas.microsoft.com/office/powerpoint/2010/main" val="5561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ntents Slide Master">
  <a:themeElements>
    <a:clrScheme name="ALLPPT-616">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Break Slide Master">
  <a:themeElements>
    <a:clrScheme name="ALLPPT-607">
      <a:dk1>
        <a:sysClr val="windowText" lastClr="000000"/>
      </a:dk1>
      <a:lt1>
        <a:sysClr val="window" lastClr="FFFFFF"/>
      </a:lt1>
      <a:dk2>
        <a:srgbClr val="44546A"/>
      </a:dk2>
      <a:lt2>
        <a:srgbClr val="E7E6E6"/>
      </a:lt2>
      <a:accent1>
        <a:srgbClr val="02ECEC"/>
      </a:accent1>
      <a:accent2>
        <a:srgbClr val="0AA6ED"/>
      </a:accent2>
      <a:accent3>
        <a:srgbClr val="0085F2"/>
      </a:accent3>
      <a:accent4>
        <a:srgbClr val="125AC4"/>
      </a:accent4>
      <a:accent5>
        <a:srgbClr val="00307E"/>
      </a:accent5>
      <a:accent6>
        <a:srgbClr val="000096"/>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19881</TotalTime>
  <Words>1025</Words>
  <Application>Microsoft Macintosh PowerPoint</Application>
  <PresentationFormat>Widescreen</PresentationFormat>
  <Paragraphs>124</Paragraphs>
  <Slides>13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Arial</vt:lpstr>
      <vt:lpstr>Calibri</vt:lpstr>
      <vt:lpstr>Open Sans</vt:lpstr>
      <vt:lpstr>Söhne</vt:lpstr>
      <vt:lpstr>Wingdings</vt:lpstr>
      <vt:lpstr>Contents Slide Master</vt:lpstr>
      <vt:lpstr>Section Break Slide Master</vt:lpstr>
      <vt:lpstr>Day 4 - Agenda</vt:lpstr>
      <vt:lpstr>PowerPoint Presentation</vt:lpstr>
      <vt:lpstr>What is Web Programming?</vt:lpstr>
      <vt:lpstr>Why Spring Boot</vt:lpstr>
      <vt:lpstr>ORM – Object Relational Mapping</vt:lpstr>
      <vt:lpstr>Why ORM?</vt:lpstr>
      <vt:lpstr>JPA</vt:lpstr>
      <vt:lpstr>JPA Implementation</vt:lpstr>
      <vt:lpstr>Spring Data JPA on top of JPA</vt:lpstr>
      <vt:lpstr>Repository in Spring Data JPA</vt:lpstr>
      <vt:lpstr>Spring Data JPA Annotations</vt:lpstr>
      <vt:lpstr>PowerPoint Presentation</vt:lpstr>
      <vt:lpstr>Externalized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k52379</cp:lastModifiedBy>
  <cp:revision>244</cp:revision>
  <dcterms:created xsi:type="dcterms:W3CDTF">2020-01-20T05:08:25Z</dcterms:created>
  <dcterms:modified xsi:type="dcterms:W3CDTF">2026-02-03T18:03:08Z</dcterms:modified>
</cp:coreProperties>
</file>